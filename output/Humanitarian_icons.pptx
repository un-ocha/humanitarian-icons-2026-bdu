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_svg1.svg" ContentType="image/svg+xml"/>
  <Override PartName="/ppt/media/image_svg10.svg" ContentType="image/svg+xml"/>
  <Override PartName="/ppt/media/image_svg100.svg" ContentType="image/svg+xml"/>
  <Override PartName="/ppt/media/image_svg101.svg" ContentType="image/svg+xml"/>
  <Override PartName="/ppt/media/image_svg102.svg" ContentType="image/svg+xml"/>
  <Override PartName="/ppt/media/image_svg103.svg" ContentType="image/svg+xml"/>
  <Override PartName="/ppt/media/image_svg104.svg" ContentType="image/svg+xml"/>
  <Override PartName="/ppt/media/image_svg105.svg" ContentType="image/svg+xml"/>
  <Override PartName="/ppt/media/image_svg106.svg" ContentType="image/svg+xml"/>
  <Override PartName="/ppt/media/image_svg107.svg" ContentType="image/svg+xml"/>
  <Override PartName="/ppt/media/image_svg108.svg" ContentType="image/svg+xml"/>
  <Override PartName="/ppt/media/image_svg109.svg" ContentType="image/svg+xml"/>
  <Override PartName="/ppt/media/image_svg11.svg" ContentType="image/svg+xml"/>
  <Override PartName="/ppt/media/image_svg110.svg" ContentType="image/svg+xml"/>
  <Override PartName="/ppt/media/image_svg111.svg" ContentType="image/svg+xml"/>
  <Override PartName="/ppt/media/image_svg112.svg" ContentType="image/svg+xml"/>
  <Override PartName="/ppt/media/image_svg113.svg" ContentType="image/svg+xml"/>
  <Override PartName="/ppt/media/image_svg114.svg" ContentType="image/svg+xml"/>
  <Override PartName="/ppt/media/image_svg115.svg" ContentType="image/svg+xml"/>
  <Override PartName="/ppt/media/image_svg116.svg" ContentType="image/svg+xml"/>
  <Override PartName="/ppt/media/image_svg117.svg" ContentType="image/svg+xml"/>
  <Override PartName="/ppt/media/image_svg118.svg" ContentType="image/svg+xml"/>
  <Override PartName="/ppt/media/image_svg119.svg" ContentType="image/svg+xml"/>
  <Override PartName="/ppt/media/image_svg12.svg" ContentType="image/svg+xml"/>
  <Override PartName="/ppt/media/image_svg120.svg" ContentType="image/svg+xml"/>
  <Override PartName="/ppt/media/image_svg121.svg" ContentType="image/svg+xml"/>
  <Override PartName="/ppt/media/image_svg122.svg" ContentType="image/svg+xml"/>
  <Override PartName="/ppt/media/image_svg123.svg" ContentType="image/svg+xml"/>
  <Override PartName="/ppt/media/image_svg124.svg" ContentType="image/svg+xml"/>
  <Override PartName="/ppt/media/image_svg125.svg" ContentType="image/svg+xml"/>
  <Override PartName="/ppt/media/image_svg126.svg" ContentType="image/svg+xml"/>
  <Override PartName="/ppt/media/image_svg127.svg" ContentType="image/svg+xml"/>
  <Override PartName="/ppt/media/image_svg128.svg" ContentType="image/svg+xml"/>
  <Override PartName="/ppt/media/image_svg129.svg" ContentType="image/svg+xml"/>
  <Override PartName="/ppt/media/image_svg13.svg" ContentType="image/svg+xml"/>
  <Override PartName="/ppt/media/image_svg130.svg" ContentType="image/svg+xml"/>
  <Override PartName="/ppt/media/image_svg131.svg" ContentType="image/svg+xml"/>
  <Override PartName="/ppt/media/image_svg132.svg" ContentType="image/svg+xml"/>
  <Override PartName="/ppt/media/image_svg133.svg" ContentType="image/svg+xml"/>
  <Override PartName="/ppt/media/image_svg134.svg" ContentType="image/svg+xml"/>
  <Override PartName="/ppt/media/image_svg135.svg" ContentType="image/svg+xml"/>
  <Override PartName="/ppt/media/image_svg136.svg" ContentType="image/svg+xml"/>
  <Override PartName="/ppt/media/image_svg137.svg" ContentType="image/svg+xml"/>
  <Override PartName="/ppt/media/image_svg138.svg" ContentType="image/svg+xml"/>
  <Override PartName="/ppt/media/image_svg139.svg" ContentType="image/svg+xml"/>
  <Override PartName="/ppt/media/image_svg14.svg" ContentType="image/svg+xml"/>
  <Override PartName="/ppt/media/image_svg140.svg" ContentType="image/svg+xml"/>
  <Override PartName="/ppt/media/image_svg141.svg" ContentType="image/svg+xml"/>
  <Override PartName="/ppt/media/image_svg142.svg" ContentType="image/svg+xml"/>
  <Override PartName="/ppt/media/image_svg143.svg" ContentType="image/svg+xml"/>
  <Override PartName="/ppt/media/image_svg144.svg" ContentType="image/svg+xml"/>
  <Override PartName="/ppt/media/image_svg145.svg" ContentType="image/svg+xml"/>
  <Override PartName="/ppt/media/image_svg146.svg" ContentType="image/svg+xml"/>
  <Override PartName="/ppt/media/image_svg147.svg" ContentType="image/svg+xml"/>
  <Override PartName="/ppt/media/image_svg148.svg" ContentType="image/svg+xml"/>
  <Override PartName="/ppt/media/image_svg149.svg" ContentType="image/svg+xml"/>
  <Override PartName="/ppt/media/image_svg15.svg" ContentType="image/svg+xml"/>
  <Override PartName="/ppt/media/image_svg150.svg" ContentType="image/svg+xml"/>
  <Override PartName="/ppt/media/image_svg151.svg" ContentType="image/svg+xml"/>
  <Override PartName="/ppt/media/image_svg152.svg" ContentType="image/svg+xml"/>
  <Override PartName="/ppt/media/image_svg153.svg" ContentType="image/svg+xml"/>
  <Override PartName="/ppt/media/image_svg154.svg" ContentType="image/svg+xml"/>
  <Override PartName="/ppt/media/image_svg155.svg" ContentType="image/svg+xml"/>
  <Override PartName="/ppt/media/image_svg156.svg" ContentType="image/svg+xml"/>
  <Override PartName="/ppt/media/image_svg157.svg" ContentType="image/svg+xml"/>
  <Override PartName="/ppt/media/image_svg158.svg" ContentType="image/svg+xml"/>
  <Override PartName="/ppt/media/image_svg159.svg" ContentType="image/svg+xml"/>
  <Override PartName="/ppt/media/image_svg16.svg" ContentType="image/svg+xml"/>
  <Override PartName="/ppt/media/image_svg160.svg" ContentType="image/svg+xml"/>
  <Override PartName="/ppt/media/image_svg161.svg" ContentType="image/svg+xml"/>
  <Override PartName="/ppt/media/image_svg162.svg" ContentType="image/svg+xml"/>
  <Override PartName="/ppt/media/image_svg163.svg" ContentType="image/svg+xml"/>
  <Override PartName="/ppt/media/image_svg164.svg" ContentType="image/svg+xml"/>
  <Override PartName="/ppt/media/image_svg165.svg" ContentType="image/svg+xml"/>
  <Override PartName="/ppt/media/image_svg166.svg" ContentType="image/svg+xml"/>
  <Override PartName="/ppt/media/image_svg167.svg" ContentType="image/svg+xml"/>
  <Override PartName="/ppt/media/image_svg168.svg" ContentType="image/svg+xml"/>
  <Override PartName="/ppt/media/image_svg169.svg" ContentType="image/svg+xml"/>
  <Override PartName="/ppt/media/image_svg17.svg" ContentType="image/svg+xml"/>
  <Override PartName="/ppt/media/image_svg170.svg" ContentType="image/svg+xml"/>
  <Override PartName="/ppt/media/image_svg171.svg" ContentType="image/svg+xml"/>
  <Override PartName="/ppt/media/image_svg172.svg" ContentType="image/svg+xml"/>
  <Override PartName="/ppt/media/image_svg173.svg" ContentType="image/svg+xml"/>
  <Override PartName="/ppt/media/image_svg174.svg" ContentType="image/svg+xml"/>
  <Override PartName="/ppt/media/image_svg175.svg" ContentType="image/svg+xml"/>
  <Override PartName="/ppt/media/image_svg176.svg" ContentType="image/svg+xml"/>
  <Override PartName="/ppt/media/image_svg177.svg" ContentType="image/svg+xml"/>
  <Override PartName="/ppt/media/image_svg178.svg" ContentType="image/svg+xml"/>
  <Override PartName="/ppt/media/image_svg179.svg" ContentType="image/svg+xml"/>
  <Override PartName="/ppt/media/image_svg18.svg" ContentType="image/svg+xml"/>
  <Override PartName="/ppt/media/image_svg180.svg" ContentType="image/svg+xml"/>
  <Override PartName="/ppt/media/image_svg181.svg" ContentType="image/svg+xml"/>
  <Override PartName="/ppt/media/image_svg182.svg" ContentType="image/svg+xml"/>
  <Override PartName="/ppt/media/image_svg183.svg" ContentType="image/svg+xml"/>
  <Override PartName="/ppt/media/image_svg184.svg" ContentType="image/svg+xml"/>
  <Override PartName="/ppt/media/image_svg185.svg" ContentType="image/svg+xml"/>
  <Override PartName="/ppt/media/image_svg186.svg" ContentType="image/svg+xml"/>
  <Override PartName="/ppt/media/image_svg187.svg" ContentType="image/svg+xml"/>
  <Override PartName="/ppt/media/image_svg188.svg" ContentType="image/svg+xml"/>
  <Override PartName="/ppt/media/image_svg189.svg" ContentType="image/svg+xml"/>
  <Override PartName="/ppt/media/image_svg19.svg" ContentType="image/svg+xml"/>
  <Override PartName="/ppt/media/image_svg190.svg" ContentType="image/svg+xml"/>
  <Override PartName="/ppt/media/image_svg191.svg" ContentType="image/svg+xml"/>
  <Override PartName="/ppt/media/image_svg192.svg" ContentType="image/svg+xml"/>
  <Override PartName="/ppt/media/image_svg193.svg" ContentType="image/svg+xml"/>
  <Override PartName="/ppt/media/image_svg194.svg" ContentType="image/svg+xml"/>
  <Override PartName="/ppt/media/image_svg195.svg" ContentType="image/svg+xml"/>
  <Override PartName="/ppt/media/image_svg196.svg" ContentType="image/svg+xml"/>
  <Override PartName="/ppt/media/image_svg197.svg" ContentType="image/svg+xml"/>
  <Override PartName="/ppt/media/image_svg198.svg" ContentType="image/svg+xml"/>
  <Override PartName="/ppt/media/image_svg199.svg" ContentType="image/svg+xml"/>
  <Override PartName="/ppt/media/image_svg2.svg" ContentType="image/svg+xml"/>
  <Override PartName="/ppt/media/image_svg20.svg" ContentType="image/svg+xml"/>
  <Override PartName="/ppt/media/image_svg200.svg" ContentType="image/svg+xml"/>
  <Override PartName="/ppt/media/image_svg201.svg" ContentType="image/svg+xml"/>
  <Override PartName="/ppt/media/image_svg202.svg" ContentType="image/svg+xml"/>
  <Override PartName="/ppt/media/image_svg203.svg" ContentType="image/svg+xml"/>
  <Override PartName="/ppt/media/image_svg204.svg" ContentType="image/svg+xml"/>
  <Override PartName="/ppt/media/image_svg205.svg" ContentType="image/svg+xml"/>
  <Override PartName="/ppt/media/image_svg206.svg" ContentType="image/svg+xml"/>
  <Override PartName="/ppt/media/image_svg207.svg" ContentType="image/svg+xml"/>
  <Override PartName="/ppt/media/image_svg208.svg" ContentType="image/svg+xml"/>
  <Override PartName="/ppt/media/image_svg209.svg" ContentType="image/svg+xml"/>
  <Override PartName="/ppt/media/image_svg21.svg" ContentType="image/svg+xml"/>
  <Override PartName="/ppt/media/image_svg210.svg" ContentType="image/svg+xml"/>
  <Override PartName="/ppt/media/image_svg211.svg" ContentType="image/svg+xml"/>
  <Override PartName="/ppt/media/image_svg212.svg" ContentType="image/svg+xml"/>
  <Override PartName="/ppt/media/image_svg213.svg" ContentType="image/svg+xml"/>
  <Override PartName="/ppt/media/image_svg214.svg" ContentType="image/svg+xml"/>
  <Override PartName="/ppt/media/image_svg215.svg" ContentType="image/svg+xml"/>
  <Override PartName="/ppt/media/image_svg216.svg" ContentType="image/svg+xml"/>
  <Override PartName="/ppt/media/image_svg217.svg" ContentType="image/svg+xml"/>
  <Override PartName="/ppt/media/image_svg218.svg" ContentType="image/svg+xml"/>
  <Override PartName="/ppt/media/image_svg219.svg" ContentType="image/svg+xml"/>
  <Override PartName="/ppt/media/image_svg22.svg" ContentType="image/svg+xml"/>
  <Override PartName="/ppt/media/image_svg220.svg" ContentType="image/svg+xml"/>
  <Override PartName="/ppt/media/image_svg221.svg" ContentType="image/svg+xml"/>
  <Override PartName="/ppt/media/image_svg222.svg" ContentType="image/svg+xml"/>
  <Override PartName="/ppt/media/image_svg223.svg" ContentType="image/svg+xml"/>
  <Override PartName="/ppt/media/image_svg224.svg" ContentType="image/svg+xml"/>
  <Override PartName="/ppt/media/image_svg225.svg" ContentType="image/svg+xml"/>
  <Override PartName="/ppt/media/image_svg226.svg" ContentType="image/svg+xml"/>
  <Override PartName="/ppt/media/image_svg227.svg" ContentType="image/svg+xml"/>
  <Override PartName="/ppt/media/image_svg228.svg" ContentType="image/svg+xml"/>
  <Override PartName="/ppt/media/image_svg229.svg" ContentType="image/svg+xml"/>
  <Override PartName="/ppt/media/image_svg23.svg" ContentType="image/svg+xml"/>
  <Override PartName="/ppt/media/image_svg230.svg" ContentType="image/svg+xml"/>
  <Override PartName="/ppt/media/image_svg231.svg" ContentType="image/svg+xml"/>
  <Override PartName="/ppt/media/image_svg232.svg" ContentType="image/svg+xml"/>
  <Override PartName="/ppt/media/image_svg233.svg" ContentType="image/svg+xml"/>
  <Override PartName="/ppt/media/image_svg234.svg" ContentType="image/svg+xml"/>
  <Override PartName="/ppt/media/image_svg235.svg" ContentType="image/svg+xml"/>
  <Override PartName="/ppt/media/image_svg236.svg" ContentType="image/svg+xml"/>
  <Override PartName="/ppt/media/image_svg237.svg" ContentType="image/svg+xml"/>
  <Override PartName="/ppt/media/image_svg238.svg" ContentType="image/svg+xml"/>
  <Override PartName="/ppt/media/image_svg239.svg" ContentType="image/svg+xml"/>
  <Override PartName="/ppt/media/image_svg24.svg" ContentType="image/svg+xml"/>
  <Override PartName="/ppt/media/image_svg240.svg" ContentType="image/svg+xml"/>
  <Override PartName="/ppt/media/image_svg241.svg" ContentType="image/svg+xml"/>
  <Override PartName="/ppt/media/image_svg242.svg" ContentType="image/svg+xml"/>
  <Override PartName="/ppt/media/image_svg243.svg" ContentType="image/svg+xml"/>
  <Override PartName="/ppt/media/image_svg244.svg" ContentType="image/svg+xml"/>
  <Override PartName="/ppt/media/image_svg245.svg" ContentType="image/svg+xml"/>
  <Override PartName="/ppt/media/image_svg246.svg" ContentType="image/svg+xml"/>
  <Override PartName="/ppt/media/image_svg247.svg" ContentType="image/svg+xml"/>
  <Override PartName="/ppt/media/image_svg248.svg" ContentType="image/svg+xml"/>
  <Override PartName="/ppt/media/image_svg249.svg" ContentType="image/svg+xml"/>
  <Override PartName="/ppt/media/image_svg25.svg" ContentType="image/svg+xml"/>
  <Override PartName="/ppt/media/image_svg250.svg" ContentType="image/svg+xml"/>
  <Override PartName="/ppt/media/image_svg251.svg" ContentType="image/svg+xml"/>
  <Override PartName="/ppt/media/image_svg252.svg" ContentType="image/svg+xml"/>
  <Override PartName="/ppt/media/image_svg253.svg" ContentType="image/svg+xml"/>
  <Override PartName="/ppt/media/image_svg254.svg" ContentType="image/svg+xml"/>
  <Override PartName="/ppt/media/image_svg255.svg" ContentType="image/svg+xml"/>
  <Override PartName="/ppt/media/image_svg256.svg" ContentType="image/svg+xml"/>
  <Override PartName="/ppt/media/image_svg257.svg" ContentType="image/svg+xml"/>
  <Override PartName="/ppt/media/image_svg258.svg" ContentType="image/svg+xml"/>
  <Override PartName="/ppt/media/image_svg259.svg" ContentType="image/svg+xml"/>
  <Override PartName="/ppt/media/image_svg26.svg" ContentType="image/svg+xml"/>
  <Override PartName="/ppt/media/image_svg260.svg" ContentType="image/svg+xml"/>
  <Override PartName="/ppt/media/image_svg261.svg" ContentType="image/svg+xml"/>
  <Override PartName="/ppt/media/image_svg262.svg" ContentType="image/svg+xml"/>
  <Override PartName="/ppt/media/image_svg263.svg" ContentType="image/svg+xml"/>
  <Override PartName="/ppt/media/image_svg264.svg" ContentType="image/svg+xml"/>
  <Override PartName="/ppt/media/image_svg265.svg" ContentType="image/svg+xml"/>
  <Override PartName="/ppt/media/image_svg266.svg" ContentType="image/svg+xml"/>
  <Override PartName="/ppt/media/image_svg267.svg" ContentType="image/svg+xml"/>
  <Override PartName="/ppt/media/image_svg268.svg" ContentType="image/svg+xml"/>
  <Override PartName="/ppt/media/image_svg269.svg" ContentType="image/svg+xml"/>
  <Override PartName="/ppt/media/image_svg27.svg" ContentType="image/svg+xml"/>
  <Override PartName="/ppt/media/image_svg270.svg" ContentType="image/svg+xml"/>
  <Override PartName="/ppt/media/image_svg271.svg" ContentType="image/svg+xml"/>
  <Override PartName="/ppt/media/image_svg272.svg" ContentType="image/svg+xml"/>
  <Override PartName="/ppt/media/image_svg273.svg" ContentType="image/svg+xml"/>
  <Override PartName="/ppt/media/image_svg274.svg" ContentType="image/svg+xml"/>
  <Override PartName="/ppt/media/image_svg275.svg" ContentType="image/svg+xml"/>
  <Override PartName="/ppt/media/image_svg276.svg" ContentType="image/svg+xml"/>
  <Override PartName="/ppt/media/image_svg277.svg" ContentType="image/svg+xml"/>
  <Override PartName="/ppt/media/image_svg278.svg" ContentType="image/svg+xml"/>
  <Override PartName="/ppt/media/image_svg279.svg" ContentType="image/svg+xml"/>
  <Override PartName="/ppt/media/image_svg28.svg" ContentType="image/svg+xml"/>
  <Override PartName="/ppt/media/image_svg280.svg" ContentType="image/svg+xml"/>
  <Override PartName="/ppt/media/image_svg281.svg" ContentType="image/svg+xml"/>
  <Override PartName="/ppt/media/image_svg282.svg" ContentType="image/svg+xml"/>
  <Override PartName="/ppt/media/image_svg283.svg" ContentType="image/svg+xml"/>
  <Override PartName="/ppt/media/image_svg284.svg" ContentType="image/svg+xml"/>
  <Override PartName="/ppt/media/image_svg285.svg" ContentType="image/svg+xml"/>
  <Override PartName="/ppt/media/image_svg286.svg" ContentType="image/svg+xml"/>
  <Override PartName="/ppt/media/image_svg287.svg" ContentType="image/svg+xml"/>
  <Override PartName="/ppt/media/image_svg288.svg" ContentType="image/svg+xml"/>
  <Override PartName="/ppt/media/image_svg289.svg" ContentType="image/svg+xml"/>
  <Override PartName="/ppt/media/image_svg29.svg" ContentType="image/svg+xml"/>
  <Override PartName="/ppt/media/image_svg290.svg" ContentType="image/svg+xml"/>
  <Override PartName="/ppt/media/image_svg291.svg" ContentType="image/svg+xml"/>
  <Override PartName="/ppt/media/image_svg292.svg" ContentType="image/svg+xml"/>
  <Override PartName="/ppt/media/image_svg293.svg" ContentType="image/svg+xml"/>
  <Override PartName="/ppt/media/image_svg294.svg" ContentType="image/svg+xml"/>
  <Override PartName="/ppt/media/image_svg295.svg" ContentType="image/svg+xml"/>
  <Override PartName="/ppt/media/image_svg296.svg" ContentType="image/svg+xml"/>
  <Override PartName="/ppt/media/image_svg297.svg" ContentType="image/svg+xml"/>
  <Override PartName="/ppt/media/image_svg298.svg" ContentType="image/svg+xml"/>
  <Override PartName="/ppt/media/image_svg299.svg" ContentType="image/svg+xml"/>
  <Override PartName="/ppt/media/image_svg3.svg" ContentType="image/svg+xml"/>
  <Override PartName="/ppt/media/image_svg30.svg" ContentType="image/svg+xml"/>
  <Override PartName="/ppt/media/image_svg300.svg" ContentType="image/svg+xml"/>
  <Override PartName="/ppt/media/image_svg301.svg" ContentType="image/svg+xml"/>
  <Override PartName="/ppt/media/image_svg302.svg" ContentType="image/svg+xml"/>
  <Override PartName="/ppt/media/image_svg303.svg" ContentType="image/svg+xml"/>
  <Override PartName="/ppt/media/image_svg304.svg" ContentType="image/svg+xml"/>
  <Override PartName="/ppt/media/image_svg305.svg" ContentType="image/svg+xml"/>
  <Override PartName="/ppt/media/image_svg306.svg" ContentType="image/svg+xml"/>
  <Override PartName="/ppt/media/image_svg307.svg" ContentType="image/svg+xml"/>
  <Override PartName="/ppt/media/image_svg308.svg" ContentType="image/svg+xml"/>
  <Override PartName="/ppt/media/image_svg309.svg" ContentType="image/svg+xml"/>
  <Override PartName="/ppt/media/image_svg31.svg" ContentType="image/svg+xml"/>
  <Override PartName="/ppt/media/image_svg310.svg" ContentType="image/svg+xml"/>
  <Override PartName="/ppt/media/image_svg311.svg" ContentType="image/svg+xml"/>
  <Override PartName="/ppt/media/image_svg312.svg" ContentType="image/svg+xml"/>
  <Override PartName="/ppt/media/image_svg313.svg" ContentType="image/svg+xml"/>
  <Override PartName="/ppt/media/image_svg314.svg" ContentType="image/svg+xml"/>
  <Override PartName="/ppt/media/image_svg315.svg" ContentType="image/svg+xml"/>
  <Override PartName="/ppt/media/image_svg316.svg" ContentType="image/svg+xml"/>
  <Override PartName="/ppt/media/image_svg317.svg" ContentType="image/svg+xml"/>
  <Override PartName="/ppt/media/image_svg318.svg" ContentType="image/svg+xml"/>
  <Override PartName="/ppt/media/image_svg319.svg" ContentType="image/svg+xml"/>
  <Override PartName="/ppt/media/image_svg32.svg" ContentType="image/svg+xml"/>
  <Override PartName="/ppt/media/image_svg320.svg" ContentType="image/svg+xml"/>
  <Override PartName="/ppt/media/image_svg321.svg" ContentType="image/svg+xml"/>
  <Override PartName="/ppt/media/image_svg322.svg" ContentType="image/svg+xml"/>
  <Override PartName="/ppt/media/image_svg323.svg" ContentType="image/svg+xml"/>
  <Override PartName="/ppt/media/image_svg324.svg" ContentType="image/svg+xml"/>
  <Override PartName="/ppt/media/image_svg325.svg" ContentType="image/svg+xml"/>
  <Override PartName="/ppt/media/image_svg326.svg" ContentType="image/svg+xml"/>
  <Override PartName="/ppt/media/image_svg327.svg" ContentType="image/svg+xml"/>
  <Override PartName="/ppt/media/image_svg328.svg" ContentType="image/svg+xml"/>
  <Override PartName="/ppt/media/image_svg329.svg" ContentType="image/svg+xml"/>
  <Override PartName="/ppt/media/image_svg33.svg" ContentType="image/svg+xml"/>
  <Override PartName="/ppt/media/image_svg330.svg" ContentType="image/svg+xml"/>
  <Override PartName="/ppt/media/image_svg331.svg" ContentType="image/svg+xml"/>
  <Override PartName="/ppt/media/image_svg332.svg" ContentType="image/svg+xml"/>
  <Override PartName="/ppt/media/image_svg333.svg" ContentType="image/svg+xml"/>
  <Override PartName="/ppt/media/image_svg334.svg" ContentType="image/svg+xml"/>
  <Override PartName="/ppt/media/image_svg335.svg" ContentType="image/svg+xml"/>
  <Override PartName="/ppt/media/image_svg336.svg" ContentType="image/svg+xml"/>
  <Override PartName="/ppt/media/image_svg337.svg" ContentType="image/svg+xml"/>
  <Override PartName="/ppt/media/image_svg338.svg" ContentType="image/svg+xml"/>
  <Override PartName="/ppt/media/image_svg339.svg" ContentType="image/svg+xml"/>
  <Override PartName="/ppt/media/image_svg34.svg" ContentType="image/svg+xml"/>
  <Override PartName="/ppt/media/image_svg340.svg" ContentType="image/svg+xml"/>
  <Override PartName="/ppt/media/image_svg341.svg" ContentType="image/svg+xml"/>
  <Override PartName="/ppt/media/image_svg342.svg" ContentType="image/svg+xml"/>
  <Override PartName="/ppt/media/image_svg343.svg" ContentType="image/svg+xml"/>
  <Override PartName="/ppt/media/image_svg344.svg" ContentType="image/svg+xml"/>
  <Override PartName="/ppt/media/image_svg345.svg" ContentType="image/svg+xml"/>
  <Override PartName="/ppt/media/image_svg346.svg" ContentType="image/svg+xml"/>
  <Override PartName="/ppt/media/image_svg347.svg" ContentType="image/svg+xml"/>
  <Override PartName="/ppt/media/image_svg348.svg" ContentType="image/svg+xml"/>
  <Override PartName="/ppt/media/image_svg349.svg" ContentType="image/svg+xml"/>
  <Override PartName="/ppt/media/image_svg35.svg" ContentType="image/svg+xml"/>
  <Override PartName="/ppt/media/image_svg350.svg" ContentType="image/svg+xml"/>
  <Override PartName="/ppt/media/image_svg351.svg" ContentType="image/svg+xml"/>
  <Override PartName="/ppt/media/image_svg352.svg" ContentType="image/svg+xml"/>
  <Override PartName="/ppt/media/image_svg353.svg" ContentType="image/svg+xml"/>
  <Override PartName="/ppt/media/image_svg354.svg" ContentType="image/svg+xml"/>
  <Override PartName="/ppt/media/image_svg355.svg" ContentType="image/svg+xml"/>
  <Override PartName="/ppt/media/image_svg356.svg" ContentType="image/svg+xml"/>
  <Override PartName="/ppt/media/image_svg357.svg" ContentType="image/svg+xml"/>
  <Override PartName="/ppt/media/image_svg358.svg" ContentType="image/svg+xml"/>
  <Override PartName="/ppt/media/image_svg359.svg" ContentType="image/svg+xml"/>
  <Override PartName="/ppt/media/image_svg36.svg" ContentType="image/svg+xml"/>
  <Override PartName="/ppt/media/image_svg360.svg" ContentType="image/svg+xml"/>
  <Override PartName="/ppt/media/image_svg361.svg" ContentType="image/svg+xml"/>
  <Override PartName="/ppt/media/image_svg362.svg" ContentType="image/svg+xml"/>
  <Override PartName="/ppt/media/image_svg363.svg" ContentType="image/svg+xml"/>
  <Override PartName="/ppt/media/image_svg364.svg" ContentType="image/svg+xml"/>
  <Override PartName="/ppt/media/image_svg365.svg" ContentType="image/svg+xml"/>
  <Override PartName="/ppt/media/image_svg366.svg" ContentType="image/svg+xml"/>
  <Override PartName="/ppt/media/image_svg367.svg" ContentType="image/svg+xml"/>
  <Override PartName="/ppt/media/image_svg368.svg" ContentType="image/svg+xml"/>
  <Override PartName="/ppt/media/image_svg369.svg" ContentType="image/svg+xml"/>
  <Override PartName="/ppt/media/image_svg37.svg" ContentType="image/svg+xml"/>
  <Override PartName="/ppt/media/image_svg370.svg" ContentType="image/svg+xml"/>
  <Override PartName="/ppt/media/image_svg371.svg" ContentType="image/svg+xml"/>
  <Override PartName="/ppt/media/image_svg372.svg" ContentType="image/svg+xml"/>
  <Override PartName="/ppt/media/image_svg373.svg" ContentType="image/svg+xml"/>
  <Override PartName="/ppt/media/image_svg374.svg" ContentType="image/svg+xml"/>
  <Override PartName="/ppt/media/image_svg375.svg" ContentType="image/svg+xml"/>
  <Override PartName="/ppt/media/image_svg376.svg" ContentType="image/svg+xml"/>
  <Override PartName="/ppt/media/image_svg377.svg" ContentType="image/svg+xml"/>
  <Override PartName="/ppt/media/image_svg378.svg" ContentType="image/svg+xml"/>
  <Override PartName="/ppt/media/image_svg379.svg" ContentType="image/svg+xml"/>
  <Override PartName="/ppt/media/image_svg38.svg" ContentType="image/svg+xml"/>
  <Override PartName="/ppt/media/image_svg380.svg" ContentType="image/svg+xml"/>
  <Override PartName="/ppt/media/image_svg381.svg" ContentType="image/svg+xml"/>
  <Override PartName="/ppt/media/image_svg382.svg" ContentType="image/svg+xml"/>
  <Override PartName="/ppt/media/image_svg383.svg" ContentType="image/svg+xml"/>
  <Override PartName="/ppt/media/image_svg384.svg" ContentType="image/svg+xml"/>
  <Override PartName="/ppt/media/image_svg385.svg" ContentType="image/svg+xml"/>
  <Override PartName="/ppt/media/image_svg386.svg" ContentType="image/svg+xml"/>
  <Override PartName="/ppt/media/image_svg387.svg" ContentType="image/svg+xml"/>
  <Override PartName="/ppt/media/image_svg388.svg" ContentType="image/svg+xml"/>
  <Override PartName="/ppt/media/image_svg389.svg" ContentType="image/svg+xml"/>
  <Override PartName="/ppt/media/image_svg39.svg" ContentType="image/svg+xml"/>
  <Override PartName="/ppt/media/image_svg4.svg" ContentType="image/svg+xml"/>
  <Override PartName="/ppt/media/image_svg40.svg" ContentType="image/svg+xml"/>
  <Override PartName="/ppt/media/image_svg41.svg" ContentType="image/svg+xml"/>
  <Override PartName="/ppt/media/image_svg42.svg" ContentType="image/svg+xml"/>
  <Override PartName="/ppt/media/image_svg43.svg" ContentType="image/svg+xml"/>
  <Override PartName="/ppt/media/image_svg44.svg" ContentType="image/svg+xml"/>
  <Override PartName="/ppt/media/image_svg45.svg" ContentType="image/svg+xml"/>
  <Override PartName="/ppt/media/image_svg46.svg" ContentType="image/svg+xml"/>
  <Override PartName="/ppt/media/image_svg47.svg" ContentType="image/svg+xml"/>
  <Override PartName="/ppt/media/image_svg48.svg" ContentType="image/svg+xml"/>
  <Override PartName="/ppt/media/image_svg49.svg" ContentType="image/svg+xml"/>
  <Override PartName="/ppt/media/image_svg5.svg" ContentType="image/svg+xml"/>
  <Override PartName="/ppt/media/image_svg50.svg" ContentType="image/svg+xml"/>
  <Override PartName="/ppt/media/image_svg51.svg" ContentType="image/svg+xml"/>
  <Override PartName="/ppt/media/image_svg52.svg" ContentType="image/svg+xml"/>
  <Override PartName="/ppt/media/image_svg53.svg" ContentType="image/svg+xml"/>
  <Override PartName="/ppt/media/image_svg54.svg" ContentType="image/svg+xml"/>
  <Override PartName="/ppt/media/image_svg55.svg" ContentType="image/svg+xml"/>
  <Override PartName="/ppt/media/image_svg56.svg" ContentType="image/svg+xml"/>
  <Override PartName="/ppt/media/image_svg57.svg" ContentType="image/svg+xml"/>
  <Override PartName="/ppt/media/image_svg58.svg" ContentType="image/svg+xml"/>
  <Override PartName="/ppt/media/image_svg59.svg" ContentType="image/svg+xml"/>
  <Override PartName="/ppt/media/image_svg6.svg" ContentType="image/svg+xml"/>
  <Override PartName="/ppt/media/image_svg60.svg" ContentType="image/svg+xml"/>
  <Override PartName="/ppt/media/image_svg61.svg" ContentType="image/svg+xml"/>
  <Override PartName="/ppt/media/image_svg62.svg" ContentType="image/svg+xml"/>
  <Override PartName="/ppt/media/image_svg63.svg" ContentType="image/svg+xml"/>
  <Override PartName="/ppt/media/image_svg64.svg" ContentType="image/svg+xml"/>
  <Override PartName="/ppt/media/image_svg65.svg" ContentType="image/svg+xml"/>
  <Override PartName="/ppt/media/image_svg66.svg" ContentType="image/svg+xml"/>
  <Override PartName="/ppt/media/image_svg67.svg" ContentType="image/svg+xml"/>
  <Override PartName="/ppt/media/image_svg68.svg" ContentType="image/svg+xml"/>
  <Override PartName="/ppt/media/image_svg69.svg" ContentType="image/svg+xml"/>
  <Override PartName="/ppt/media/image_svg7.svg" ContentType="image/svg+xml"/>
  <Override PartName="/ppt/media/image_svg70.svg" ContentType="image/svg+xml"/>
  <Override PartName="/ppt/media/image_svg71.svg" ContentType="image/svg+xml"/>
  <Override PartName="/ppt/media/image_svg72.svg" ContentType="image/svg+xml"/>
  <Override PartName="/ppt/media/image_svg73.svg" ContentType="image/svg+xml"/>
  <Override PartName="/ppt/media/image_svg74.svg" ContentType="image/svg+xml"/>
  <Override PartName="/ppt/media/image_svg75.svg" ContentType="image/svg+xml"/>
  <Override PartName="/ppt/media/image_svg76.svg" ContentType="image/svg+xml"/>
  <Override PartName="/ppt/media/image_svg77.svg" ContentType="image/svg+xml"/>
  <Override PartName="/ppt/media/image_svg78.svg" ContentType="image/svg+xml"/>
  <Override PartName="/ppt/media/image_svg79.svg" ContentType="image/svg+xml"/>
  <Override PartName="/ppt/media/image_svg8.svg" ContentType="image/svg+xml"/>
  <Override PartName="/ppt/media/image_svg80.svg" ContentType="image/svg+xml"/>
  <Override PartName="/ppt/media/image_svg81.svg" ContentType="image/svg+xml"/>
  <Override PartName="/ppt/media/image_svg82.svg" ContentType="image/svg+xml"/>
  <Override PartName="/ppt/media/image_svg83.svg" ContentType="image/svg+xml"/>
  <Override PartName="/ppt/media/image_svg84.svg" ContentType="image/svg+xml"/>
  <Override PartName="/ppt/media/image_svg85.svg" ContentType="image/svg+xml"/>
  <Override PartName="/ppt/media/image_svg86.svg" ContentType="image/svg+xml"/>
  <Override PartName="/ppt/media/image_svg87.svg" ContentType="image/svg+xml"/>
  <Override PartName="/ppt/media/image_svg88.svg" ContentType="image/svg+xml"/>
  <Override PartName="/ppt/media/image_svg89.svg" ContentType="image/svg+xml"/>
  <Override PartName="/ppt/media/image_svg9.svg" ContentType="image/svg+xml"/>
  <Override PartName="/ppt/media/image_svg90.svg" ContentType="image/svg+xml"/>
  <Override PartName="/ppt/media/image_svg91.svg" ContentType="image/svg+xml"/>
  <Override PartName="/ppt/media/image_svg92.svg" ContentType="image/svg+xml"/>
  <Override PartName="/ppt/media/image_svg93.svg" ContentType="image/svg+xml"/>
  <Override PartName="/ppt/media/image_svg94.svg" ContentType="image/svg+xml"/>
  <Override PartName="/ppt/media/image_svg95.svg" ContentType="image/svg+xml"/>
  <Override PartName="/ppt/media/image_svg96.svg" ContentType="image/svg+xml"/>
  <Override PartName="/ppt/media/image_svg97.svg" ContentType="image/svg+xml"/>
  <Override PartName="/ppt/media/image_svg98.svg" ContentType="image/svg+xml"/>
  <Override PartName="/ppt/media/image_svg9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_svg1.svg"/><Relationship Id="rId4" Type="http://schemas.openxmlformats.org/officeDocument/2006/relationships/image" Target="../media/image_svg2.svg"/><Relationship Id="rId5" Type="http://schemas.openxmlformats.org/officeDocument/2006/relationships/image" Target="../media/image_svg3.svg"/><Relationship Id="rId6" Type="http://schemas.openxmlformats.org/officeDocument/2006/relationships/image" Target="../media/image_svg4.svg"/><Relationship Id="rId7" Type="http://schemas.openxmlformats.org/officeDocument/2006/relationships/image" Target="../media/image_svg5.svg"/><Relationship Id="rId8" Type="http://schemas.openxmlformats.org/officeDocument/2006/relationships/image" Target="../media/image_svg6.svg"/><Relationship Id="rId9" Type="http://schemas.openxmlformats.org/officeDocument/2006/relationships/image" Target="../media/image_svg7.svg"/><Relationship Id="rId10" Type="http://schemas.openxmlformats.org/officeDocument/2006/relationships/image" Target="../media/image_svg8.svg"/><Relationship Id="rId11" Type="http://schemas.openxmlformats.org/officeDocument/2006/relationships/image" Target="../media/image_svg9.svg"/><Relationship Id="rId12" Type="http://schemas.openxmlformats.org/officeDocument/2006/relationships/image" Target="../media/image_svg10.svg"/><Relationship Id="rId13" Type="http://schemas.openxmlformats.org/officeDocument/2006/relationships/image" Target="../media/image_svg11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_svg12.svg"/><Relationship Id="rId4" Type="http://schemas.openxmlformats.org/officeDocument/2006/relationships/image" Target="../media/image_svg13.svg"/><Relationship Id="rId5" Type="http://schemas.openxmlformats.org/officeDocument/2006/relationships/image" Target="../media/image_svg14.svg"/><Relationship Id="rId6" Type="http://schemas.openxmlformats.org/officeDocument/2006/relationships/image" Target="../media/image_svg15.svg"/><Relationship Id="rId7" Type="http://schemas.openxmlformats.org/officeDocument/2006/relationships/image" Target="../media/image_svg16.svg"/><Relationship Id="rId8" Type="http://schemas.openxmlformats.org/officeDocument/2006/relationships/image" Target="../media/image_svg17.svg"/><Relationship Id="rId9" Type="http://schemas.openxmlformats.org/officeDocument/2006/relationships/image" Target="../media/image_svg18.svg"/><Relationship Id="rId10" Type="http://schemas.openxmlformats.org/officeDocument/2006/relationships/image" Target="../media/image_svg19.svg"/><Relationship Id="rId11" Type="http://schemas.openxmlformats.org/officeDocument/2006/relationships/image" Target="../media/image_svg20.svg"/><Relationship Id="rId12" Type="http://schemas.openxmlformats.org/officeDocument/2006/relationships/image" Target="../media/image_svg21.svg"/><Relationship Id="rId13" Type="http://schemas.openxmlformats.org/officeDocument/2006/relationships/image" Target="../media/image_svg22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_svg23.svg"/><Relationship Id="rId4" Type="http://schemas.openxmlformats.org/officeDocument/2006/relationships/image" Target="../media/image_svg24.svg"/><Relationship Id="rId5" Type="http://schemas.openxmlformats.org/officeDocument/2006/relationships/image" Target="../media/image_svg25.svg"/><Relationship Id="rId6" Type="http://schemas.openxmlformats.org/officeDocument/2006/relationships/image" Target="../media/image_svg26.svg"/><Relationship Id="rId7" Type="http://schemas.openxmlformats.org/officeDocument/2006/relationships/image" Target="../media/image_svg27.svg"/><Relationship Id="rId8" Type="http://schemas.openxmlformats.org/officeDocument/2006/relationships/image" Target="../media/image_svg28.svg"/><Relationship Id="rId9" Type="http://schemas.openxmlformats.org/officeDocument/2006/relationships/image" Target="../media/image_svg29.svg"/><Relationship Id="rId10" Type="http://schemas.openxmlformats.org/officeDocument/2006/relationships/image" Target="../media/image_svg30.svg"/><Relationship Id="rId11" Type="http://schemas.openxmlformats.org/officeDocument/2006/relationships/image" Target="../media/image_svg31.svg"/><Relationship Id="rId12" Type="http://schemas.openxmlformats.org/officeDocument/2006/relationships/image" Target="../media/image_svg32.svg"/><Relationship Id="rId13" Type="http://schemas.openxmlformats.org/officeDocument/2006/relationships/image" Target="../media/image_svg33.svg"/><Relationship Id="rId14" Type="http://schemas.openxmlformats.org/officeDocument/2006/relationships/image" Target="../media/image_svg34.svg"/><Relationship Id="rId15" Type="http://schemas.openxmlformats.org/officeDocument/2006/relationships/image" Target="../media/image_svg35.svg"/><Relationship Id="rId16" Type="http://schemas.openxmlformats.org/officeDocument/2006/relationships/image" Target="../media/image_svg36.svg"/><Relationship Id="rId17" Type="http://schemas.openxmlformats.org/officeDocument/2006/relationships/image" Target="../media/image_svg37.svg"/><Relationship Id="rId18" Type="http://schemas.openxmlformats.org/officeDocument/2006/relationships/image" Target="../media/image_svg38.svg"/><Relationship Id="rId19" Type="http://schemas.openxmlformats.org/officeDocument/2006/relationships/image" Target="../media/image_svg39.svg"/><Relationship Id="rId20" Type="http://schemas.openxmlformats.org/officeDocument/2006/relationships/image" Target="../media/image_svg40.svg"/><Relationship Id="rId21" Type="http://schemas.openxmlformats.org/officeDocument/2006/relationships/image" Target="../media/image_svg41.svg"/><Relationship Id="rId22" Type="http://schemas.openxmlformats.org/officeDocument/2006/relationships/image" Target="../media/image_svg42.svg"/><Relationship Id="rId23" Type="http://schemas.openxmlformats.org/officeDocument/2006/relationships/image" Target="../media/image_svg43.svg"/><Relationship Id="rId24" Type="http://schemas.openxmlformats.org/officeDocument/2006/relationships/image" Target="../media/image_svg44.svg"/><Relationship Id="rId25" Type="http://schemas.openxmlformats.org/officeDocument/2006/relationships/image" Target="../media/image_svg45.svg"/><Relationship Id="rId26" Type="http://schemas.openxmlformats.org/officeDocument/2006/relationships/image" Target="../media/image_svg46.svg"/><Relationship Id="rId27" Type="http://schemas.openxmlformats.org/officeDocument/2006/relationships/image" Target="../media/image_svg47.svg"/><Relationship Id="rId28" Type="http://schemas.openxmlformats.org/officeDocument/2006/relationships/image" Target="../media/image_svg48.svg"/><Relationship Id="rId29" Type="http://schemas.openxmlformats.org/officeDocument/2006/relationships/image" Target="../media/image_svg49.svg"/><Relationship Id="rId30" Type="http://schemas.openxmlformats.org/officeDocument/2006/relationships/image" Target="../media/image_svg50.svg"/><Relationship Id="rId31" Type="http://schemas.openxmlformats.org/officeDocument/2006/relationships/image" Target="../media/image_svg51.svg"/><Relationship Id="rId32" Type="http://schemas.openxmlformats.org/officeDocument/2006/relationships/image" Target="../media/image_svg52.svg"/><Relationship Id="rId33" Type="http://schemas.openxmlformats.org/officeDocument/2006/relationships/image" Target="../media/image_svg53.svg"/><Relationship Id="rId34" Type="http://schemas.openxmlformats.org/officeDocument/2006/relationships/image" Target="../media/image_svg5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_svg55.svg"/><Relationship Id="rId4" Type="http://schemas.openxmlformats.org/officeDocument/2006/relationships/image" Target="../media/image_svg56.svg"/><Relationship Id="rId5" Type="http://schemas.openxmlformats.org/officeDocument/2006/relationships/image" Target="../media/image_svg57.svg"/><Relationship Id="rId6" Type="http://schemas.openxmlformats.org/officeDocument/2006/relationships/image" Target="../media/image_svg58.svg"/><Relationship Id="rId7" Type="http://schemas.openxmlformats.org/officeDocument/2006/relationships/image" Target="../media/image_svg59.svg"/><Relationship Id="rId8" Type="http://schemas.openxmlformats.org/officeDocument/2006/relationships/image" Target="../media/image_svg60.svg"/><Relationship Id="rId9" Type="http://schemas.openxmlformats.org/officeDocument/2006/relationships/image" Target="../media/image_svg61.svg"/><Relationship Id="rId10" Type="http://schemas.openxmlformats.org/officeDocument/2006/relationships/image" Target="../media/image_svg62.svg"/><Relationship Id="rId11" Type="http://schemas.openxmlformats.org/officeDocument/2006/relationships/image" Target="../media/image_svg63.svg"/><Relationship Id="rId12" Type="http://schemas.openxmlformats.org/officeDocument/2006/relationships/image" Target="../media/image_svg64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_svg65.svg"/><Relationship Id="rId4" Type="http://schemas.openxmlformats.org/officeDocument/2006/relationships/image" Target="../media/image_svg66.svg"/><Relationship Id="rId5" Type="http://schemas.openxmlformats.org/officeDocument/2006/relationships/image" Target="../media/image_svg67.svg"/><Relationship Id="rId6" Type="http://schemas.openxmlformats.org/officeDocument/2006/relationships/image" Target="../media/image_svg68.svg"/><Relationship Id="rId7" Type="http://schemas.openxmlformats.org/officeDocument/2006/relationships/image" Target="../media/image_svg69.svg"/><Relationship Id="rId8" Type="http://schemas.openxmlformats.org/officeDocument/2006/relationships/image" Target="../media/image_svg70.svg"/><Relationship Id="rId9" Type="http://schemas.openxmlformats.org/officeDocument/2006/relationships/image" Target="../media/image_svg71.svg"/><Relationship Id="rId10" Type="http://schemas.openxmlformats.org/officeDocument/2006/relationships/image" Target="../media/image_svg72.svg"/><Relationship Id="rId11" Type="http://schemas.openxmlformats.org/officeDocument/2006/relationships/image" Target="../media/image_svg73.svg"/><Relationship Id="rId12" Type="http://schemas.openxmlformats.org/officeDocument/2006/relationships/image" Target="../media/image_svg74.svg"/><Relationship Id="rId13" Type="http://schemas.openxmlformats.org/officeDocument/2006/relationships/image" Target="../media/image_svg75.svg"/><Relationship Id="rId14" Type="http://schemas.openxmlformats.org/officeDocument/2006/relationships/image" Target="../media/image_svg76.svg"/><Relationship Id="rId15" Type="http://schemas.openxmlformats.org/officeDocument/2006/relationships/image" Target="../media/image_svg77.svg"/><Relationship Id="rId16" Type="http://schemas.openxmlformats.org/officeDocument/2006/relationships/image" Target="../media/image_svg78.svg"/><Relationship Id="rId17" Type="http://schemas.openxmlformats.org/officeDocument/2006/relationships/image" Target="../media/image_svg79.svg"/><Relationship Id="rId18" Type="http://schemas.openxmlformats.org/officeDocument/2006/relationships/image" Target="../media/image_svg80.svg"/><Relationship Id="rId19" Type="http://schemas.openxmlformats.org/officeDocument/2006/relationships/image" Target="../media/image_svg81.svg"/><Relationship Id="rId20" Type="http://schemas.openxmlformats.org/officeDocument/2006/relationships/image" Target="../media/image_svg82.svg"/><Relationship Id="rId21" Type="http://schemas.openxmlformats.org/officeDocument/2006/relationships/image" Target="../media/image_svg83.svg"/><Relationship Id="rId22" Type="http://schemas.openxmlformats.org/officeDocument/2006/relationships/image" Target="../media/image_svg84.svg"/><Relationship Id="rId23" Type="http://schemas.openxmlformats.org/officeDocument/2006/relationships/image" Target="../media/image_svg85.svg"/><Relationship Id="rId24" Type="http://schemas.openxmlformats.org/officeDocument/2006/relationships/image" Target="../media/image_svg86.svg"/><Relationship Id="rId25" Type="http://schemas.openxmlformats.org/officeDocument/2006/relationships/image" Target="../media/image_svg87.svg"/><Relationship Id="rId26" Type="http://schemas.openxmlformats.org/officeDocument/2006/relationships/image" Target="../media/image_svg88.svg"/><Relationship Id="rId27" Type="http://schemas.openxmlformats.org/officeDocument/2006/relationships/image" Target="../media/image_svg89.svg"/><Relationship Id="rId28" Type="http://schemas.openxmlformats.org/officeDocument/2006/relationships/image" Target="../media/image_svg90.svg"/><Relationship Id="rId29" Type="http://schemas.openxmlformats.org/officeDocument/2006/relationships/image" Target="../media/image_svg91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_svg92.svg"/><Relationship Id="rId4" Type="http://schemas.openxmlformats.org/officeDocument/2006/relationships/image" Target="../media/image_svg93.svg"/><Relationship Id="rId5" Type="http://schemas.openxmlformats.org/officeDocument/2006/relationships/image" Target="../media/image_svg94.svg"/><Relationship Id="rId6" Type="http://schemas.openxmlformats.org/officeDocument/2006/relationships/image" Target="../media/image_svg95.svg"/><Relationship Id="rId7" Type="http://schemas.openxmlformats.org/officeDocument/2006/relationships/image" Target="../media/image_svg96.svg"/><Relationship Id="rId8" Type="http://schemas.openxmlformats.org/officeDocument/2006/relationships/image" Target="../media/image_svg97.svg"/><Relationship Id="rId9" Type="http://schemas.openxmlformats.org/officeDocument/2006/relationships/image" Target="../media/image_svg98.svg"/><Relationship Id="rId10" Type="http://schemas.openxmlformats.org/officeDocument/2006/relationships/image" Target="../media/image_svg99.svg"/><Relationship Id="rId11" Type="http://schemas.openxmlformats.org/officeDocument/2006/relationships/image" Target="../media/image_svg100.svg"/><Relationship Id="rId12" Type="http://schemas.openxmlformats.org/officeDocument/2006/relationships/image" Target="../media/image_svg101.svg"/><Relationship Id="rId13" Type="http://schemas.openxmlformats.org/officeDocument/2006/relationships/image" Target="../media/image_svg102.svg"/><Relationship Id="rId14" Type="http://schemas.openxmlformats.org/officeDocument/2006/relationships/image" Target="../media/image_svg103.svg"/><Relationship Id="rId15" Type="http://schemas.openxmlformats.org/officeDocument/2006/relationships/image" Target="../media/image_svg104.svg"/><Relationship Id="rId16" Type="http://schemas.openxmlformats.org/officeDocument/2006/relationships/image" Target="../media/image_svg105.svg"/><Relationship Id="rId17" Type="http://schemas.openxmlformats.org/officeDocument/2006/relationships/image" Target="../media/image_svg106.svg"/><Relationship Id="rId18" Type="http://schemas.openxmlformats.org/officeDocument/2006/relationships/image" Target="../media/image_svg107.svg"/><Relationship Id="rId19" Type="http://schemas.openxmlformats.org/officeDocument/2006/relationships/image" Target="../media/image_svg108.svg"/><Relationship Id="rId20" Type="http://schemas.openxmlformats.org/officeDocument/2006/relationships/image" Target="../media/image_svg109.svg"/><Relationship Id="rId21" Type="http://schemas.openxmlformats.org/officeDocument/2006/relationships/image" Target="../media/image_svg110.svg"/><Relationship Id="rId22" Type="http://schemas.openxmlformats.org/officeDocument/2006/relationships/image" Target="../media/image_svg111.svg"/><Relationship Id="rId23" Type="http://schemas.openxmlformats.org/officeDocument/2006/relationships/image" Target="../media/image_svg112.svg"/><Relationship Id="rId24" Type="http://schemas.openxmlformats.org/officeDocument/2006/relationships/image" Target="../media/image_svg113.svg"/><Relationship Id="rId25" Type="http://schemas.openxmlformats.org/officeDocument/2006/relationships/image" Target="../media/image_svg114.svg"/><Relationship Id="rId26" Type="http://schemas.openxmlformats.org/officeDocument/2006/relationships/image" Target="../media/image_svg115.svg"/><Relationship Id="rId27" Type="http://schemas.openxmlformats.org/officeDocument/2006/relationships/image" Target="../media/image_svg116.svg"/><Relationship Id="rId28" Type="http://schemas.openxmlformats.org/officeDocument/2006/relationships/image" Target="../media/image_svg117.svg"/><Relationship Id="rId29" Type="http://schemas.openxmlformats.org/officeDocument/2006/relationships/image" Target="../media/image_svg118.svg"/><Relationship Id="rId30" Type="http://schemas.openxmlformats.org/officeDocument/2006/relationships/image" Target="../media/image_svg119.svg"/><Relationship Id="rId31" Type="http://schemas.openxmlformats.org/officeDocument/2006/relationships/image" Target="../media/image_svg120.svg"/><Relationship Id="rId32" Type="http://schemas.openxmlformats.org/officeDocument/2006/relationships/image" Target="../media/image_svg121.svg"/><Relationship Id="rId33" Type="http://schemas.openxmlformats.org/officeDocument/2006/relationships/image" Target="../media/image_svg122.svg"/><Relationship Id="rId34" Type="http://schemas.openxmlformats.org/officeDocument/2006/relationships/image" Target="../media/image_svg123.svg"/><Relationship Id="rId35" Type="http://schemas.openxmlformats.org/officeDocument/2006/relationships/image" Target="../media/image_svg124.svg"/><Relationship Id="rId36" Type="http://schemas.openxmlformats.org/officeDocument/2006/relationships/image" Target="../media/image_svg125.svg"/><Relationship Id="rId37" Type="http://schemas.openxmlformats.org/officeDocument/2006/relationships/image" Target="../media/image_svg126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_svg127.svg"/><Relationship Id="rId4" Type="http://schemas.openxmlformats.org/officeDocument/2006/relationships/image" Target="../media/image_svg128.svg"/><Relationship Id="rId5" Type="http://schemas.openxmlformats.org/officeDocument/2006/relationships/image" Target="../media/image_svg129.svg"/><Relationship Id="rId6" Type="http://schemas.openxmlformats.org/officeDocument/2006/relationships/image" Target="../media/image_svg130.svg"/><Relationship Id="rId7" Type="http://schemas.openxmlformats.org/officeDocument/2006/relationships/image" Target="../media/image_svg131.svg"/><Relationship Id="rId8" Type="http://schemas.openxmlformats.org/officeDocument/2006/relationships/image" Target="../media/image_svg132.svg"/><Relationship Id="rId9" Type="http://schemas.openxmlformats.org/officeDocument/2006/relationships/image" Target="../media/image_svg133.svg"/><Relationship Id="rId10" Type="http://schemas.openxmlformats.org/officeDocument/2006/relationships/image" Target="../media/image_svg134.svg"/><Relationship Id="rId11" Type="http://schemas.openxmlformats.org/officeDocument/2006/relationships/image" Target="../media/image_svg135.svg"/><Relationship Id="rId12" Type="http://schemas.openxmlformats.org/officeDocument/2006/relationships/image" Target="../media/image_svg136.svg"/><Relationship Id="rId13" Type="http://schemas.openxmlformats.org/officeDocument/2006/relationships/image" Target="../media/image_svg137.svg"/><Relationship Id="rId14" Type="http://schemas.openxmlformats.org/officeDocument/2006/relationships/image" Target="../media/image_svg138.svg"/><Relationship Id="rId15" Type="http://schemas.openxmlformats.org/officeDocument/2006/relationships/image" Target="../media/image_svg139.svg"/><Relationship Id="rId16" Type="http://schemas.openxmlformats.org/officeDocument/2006/relationships/image" Target="../media/image_svg140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_svg141.svg"/><Relationship Id="rId4" Type="http://schemas.openxmlformats.org/officeDocument/2006/relationships/image" Target="../media/image_svg142.svg"/><Relationship Id="rId5" Type="http://schemas.openxmlformats.org/officeDocument/2006/relationships/image" Target="../media/image_svg143.svg"/><Relationship Id="rId6" Type="http://schemas.openxmlformats.org/officeDocument/2006/relationships/image" Target="../media/image_svg144.svg"/><Relationship Id="rId7" Type="http://schemas.openxmlformats.org/officeDocument/2006/relationships/image" Target="../media/image_svg145.svg"/><Relationship Id="rId8" Type="http://schemas.openxmlformats.org/officeDocument/2006/relationships/image" Target="../media/image_svg146.svg"/><Relationship Id="rId9" Type="http://schemas.openxmlformats.org/officeDocument/2006/relationships/image" Target="../media/image_svg147.svg"/><Relationship Id="rId10" Type="http://schemas.openxmlformats.org/officeDocument/2006/relationships/image" Target="../media/image_svg148.svg"/><Relationship Id="rId11" Type="http://schemas.openxmlformats.org/officeDocument/2006/relationships/image" Target="../media/image_svg149.svg"/><Relationship Id="rId12" Type="http://schemas.openxmlformats.org/officeDocument/2006/relationships/image" Target="../media/image_svg150.svg"/><Relationship Id="rId13" Type="http://schemas.openxmlformats.org/officeDocument/2006/relationships/image" Target="../media/image_svg151.svg"/><Relationship Id="rId14" Type="http://schemas.openxmlformats.org/officeDocument/2006/relationships/image" Target="../media/image_svg152.svg"/><Relationship Id="rId15" Type="http://schemas.openxmlformats.org/officeDocument/2006/relationships/image" Target="../media/image_svg153.svg"/><Relationship Id="rId16" Type="http://schemas.openxmlformats.org/officeDocument/2006/relationships/image" Target="../media/image_svg154.svg"/><Relationship Id="rId17" Type="http://schemas.openxmlformats.org/officeDocument/2006/relationships/image" Target="../media/image_svg155.svg"/><Relationship Id="rId18" Type="http://schemas.openxmlformats.org/officeDocument/2006/relationships/image" Target="../media/image_svg156.svg"/><Relationship Id="rId19" Type="http://schemas.openxmlformats.org/officeDocument/2006/relationships/image" Target="../media/image_svg157.svg"/><Relationship Id="rId20" Type="http://schemas.openxmlformats.org/officeDocument/2006/relationships/image" Target="../media/image_svg158.svg"/><Relationship Id="rId21" Type="http://schemas.openxmlformats.org/officeDocument/2006/relationships/image" Target="../media/image_svg159.svg"/><Relationship Id="rId22" Type="http://schemas.openxmlformats.org/officeDocument/2006/relationships/image" Target="../media/image_svg160.svg"/><Relationship Id="rId23" Type="http://schemas.openxmlformats.org/officeDocument/2006/relationships/image" Target="../media/image_svg161.svg"/><Relationship Id="rId24" Type="http://schemas.openxmlformats.org/officeDocument/2006/relationships/image" Target="../media/image_svg162.svg"/><Relationship Id="rId25" Type="http://schemas.openxmlformats.org/officeDocument/2006/relationships/image" Target="../media/image_svg163.svg"/><Relationship Id="rId26" Type="http://schemas.openxmlformats.org/officeDocument/2006/relationships/image" Target="../media/image_svg164.svg"/><Relationship Id="rId27" Type="http://schemas.openxmlformats.org/officeDocument/2006/relationships/image" Target="../media/image_svg165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_svg166.svg"/><Relationship Id="rId4" Type="http://schemas.openxmlformats.org/officeDocument/2006/relationships/image" Target="../media/image_svg167.svg"/><Relationship Id="rId5" Type="http://schemas.openxmlformats.org/officeDocument/2006/relationships/image" Target="../media/image_svg168.svg"/><Relationship Id="rId6" Type="http://schemas.openxmlformats.org/officeDocument/2006/relationships/image" Target="../media/image_svg169.svg"/><Relationship Id="rId7" Type="http://schemas.openxmlformats.org/officeDocument/2006/relationships/image" Target="../media/image_svg170.svg"/><Relationship Id="rId8" Type="http://schemas.openxmlformats.org/officeDocument/2006/relationships/image" Target="../media/image_svg171.svg"/><Relationship Id="rId9" Type="http://schemas.openxmlformats.org/officeDocument/2006/relationships/image" Target="../media/image_svg172.svg"/><Relationship Id="rId10" Type="http://schemas.openxmlformats.org/officeDocument/2006/relationships/image" Target="../media/image_svg173.svg"/><Relationship Id="rId11" Type="http://schemas.openxmlformats.org/officeDocument/2006/relationships/image" Target="../media/image_svg174.svg"/><Relationship Id="rId12" Type="http://schemas.openxmlformats.org/officeDocument/2006/relationships/image" Target="../media/image_svg175.svg"/><Relationship Id="rId13" Type="http://schemas.openxmlformats.org/officeDocument/2006/relationships/image" Target="../media/image_svg176.svg"/><Relationship Id="rId14" Type="http://schemas.openxmlformats.org/officeDocument/2006/relationships/image" Target="../media/image_svg177.svg"/><Relationship Id="rId15" Type="http://schemas.openxmlformats.org/officeDocument/2006/relationships/image" Target="../media/image_svg178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_svg179.svg"/><Relationship Id="rId4" Type="http://schemas.openxmlformats.org/officeDocument/2006/relationships/image" Target="../media/image_svg180.svg"/><Relationship Id="rId5" Type="http://schemas.openxmlformats.org/officeDocument/2006/relationships/image" Target="../media/image_svg181.svg"/><Relationship Id="rId6" Type="http://schemas.openxmlformats.org/officeDocument/2006/relationships/image" Target="../media/image_svg182.svg"/><Relationship Id="rId7" Type="http://schemas.openxmlformats.org/officeDocument/2006/relationships/image" Target="../media/image_svg183.svg"/><Relationship Id="rId8" Type="http://schemas.openxmlformats.org/officeDocument/2006/relationships/image" Target="../media/image_svg184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_svg185.svg"/><Relationship Id="rId4" Type="http://schemas.openxmlformats.org/officeDocument/2006/relationships/image" Target="../media/image_svg186.svg"/><Relationship Id="rId5" Type="http://schemas.openxmlformats.org/officeDocument/2006/relationships/image" Target="../media/image_svg187.svg"/><Relationship Id="rId6" Type="http://schemas.openxmlformats.org/officeDocument/2006/relationships/image" Target="../media/image_svg188.svg"/><Relationship Id="rId7" Type="http://schemas.openxmlformats.org/officeDocument/2006/relationships/image" Target="../media/image_svg189.svg"/><Relationship Id="rId8" Type="http://schemas.openxmlformats.org/officeDocument/2006/relationships/image" Target="../media/image_svg190.svg"/><Relationship Id="rId9" Type="http://schemas.openxmlformats.org/officeDocument/2006/relationships/image" Target="../media/image_svg191.svg"/><Relationship Id="rId10" Type="http://schemas.openxmlformats.org/officeDocument/2006/relationships/image" Target="../media/image_svg192.svg"/><Relationship Id="rId11" Type="http://schemas.openxmlformats.org/officeDocument/2006/relationships/image" Target="../media/image_svg193.svg"/><Relationship Id="rId12" Type="http://schemas.openxmlformats.org/officeDocument/2006/relationships/image" Target="../media/image_svg194.svg"/><Relationship Id="rId13" Type="http://schemas.openxmlformats.org/officeDocument/2006/relationships/image" Target="../media/image_svg195.svg"/><Relationship Id="rId14" Type="http://schemas.openxmlformats.org/officeDocument/2006/relationships/image" Target="../media/image_svg196.svg"/><Relationship Id="rId15" Type="http://schemas.openxmlformats.org/officeDocument/2006/relationships/image" Target="../media/image_svg197.svg"/><Relationship Id="rId16" Type="http://schemas.openxmlformats.org/officeDocument/2006/relationships/image" Target="../media/image_svg198.svg"/><Relationship Id="rId17" Type="http://schemas.openxmlformats.org/officeDocument/2006/relationships/image" Target="../media/image_svg199.svg"/><Relationship Id="rId18" Type="http://schemas.openxmlformats.org/officeDocument/2006/relationships/image" Target="../media/image_svg200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_svg201.svg"/><Relationship Id="rId4" Type="http://schemas.openxmlformats.org/officeDocument/2006/relationships/image" Target="../media/image_svg202.svg"/><Relationship Id="rId5" Type="http://schemas.openxmlformats.org/officeDocument/2006/relationships/image" Target="../media/image_svg203.svg"/><Relationship Id="rId6" Type="http://schemas.openxmlformats.org/officeDocument/2006/relationships/image" Target="../media/image_svg204.svg"/><Relationship Id="rId7" Type="http://schemas.openxmlformats.org/officeDocument/2006/relationships/image" Target="../media/image_svg205.svg"/><Relationship Id="rId8" Type="http://schemas.openxmlformats.org/officeDocument/2006/relationships/image" Target="../media/image_svg206.svg"/><Relationship Id="rId9" Type="http://schemas.openxmlformats.org/officeDocument/2006/relationships/image" Target="../media/image_svg207.svg"/><Relationship Id="rId10" Type="http://schemas.openxmlformats.org/officeDocument/2006/relationships/image" Target="../media/image_svg208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_svg209.svg"/><Relationship Id="rId4" Type="http://schemas.openxmlformats.org/officeDocument/2006/relationships/image" Target="../media/image_svg210.svg"/><Relationship Id="rId5" Type="http://schemas.openxmlformats.org/officeDocument/2006/relationships/image" Target="../media/image_svg211.svg"/><Relationship Id="rId6" Type="http://schemas.openxmlformats.org/officeDocument/2006/relationships/image" Target="../media/image_svg212.svg"/><Relationship Id="rId7" Type="http://schemas.openxmlformats.org/officeDocument/2006/relationships/image" Target="../media/image_svg213.svg"/><Relationship Id="rId8" Type="http://schemas.openxmlformats.org/officeDocument/2006/relationships/image" Target="../media/image_svg214.svg"/><Relationship Id="rId9" Type="http://schemas.openxmlformats.org/officeDocument/2006/relationships/image" Target="../media/image_svg215.svg"/><Relationship Id="rId10" Type="http://schemas.openxmlformats.org/officeDocument/2006/relationships/image" Target="../media/image_svg216.svg"/><Relationship Id="rId11" Type="http://schemas.openxmlformats.org/officeDocument/2006/relationships/image" Target="../media/image_svg217.svg"/><Relationship Id="rId12" Type="http://schemas.openxmlformats.org/officeDocument/2006/relationships/image" Target="../media/image_svg218.svg"/><Relationship Id="rId13" Type="http://schemas.openxmlformats.org/officeDocument/2006/relationships/image" Target="../media/image_svg219.svg"/><Relationship Id="rId14" Type="http://schemas.openxmlformats.org/officeDocument/2006/relationships/image" Target="../media/image_svg220.svg"/><Relationship Id="rId15" Type="http://schemas.openxmlformats.org/officeDocument/2006/relationships/image" Target="../media/image_svg221.svg"/><Relationship Id="rId16" Type="http://schemas.openxmlformats.org/officeDocument/2006/relationships/image" Target="../media/image_svg222.svg"/><Relationship Id="rId17" Type="http://schemas.openxmlformats.org/officeDocument/2006/relationships/image" Target="../media/image_svg223.svg"/><Relationship Id="rId18" Type="http://schemas.openxmlformats.org/officeDocument/2006/relationships/image" Target="../media/image_svg224.svg"/><Relationship Id="rId19" Type="http://schemas.openxmlformats.org/officeDocument/2006/relationships/image" Target="../media/image_svg225.svg"/><Relationship Id="rId20" Type="http://schemas.openxmlformats.org/officeDocument/2006/relationships/image" Target="../media/image_svg226.svg"/><Relationship Id="rId21" Type="http://schemas.openxmlformats.org/officeDocument/2006/relationships/image" Target="../media/image_svg227.svg"/><Relationship Id="rId22" Type="http://schemas.openxmlformats.org/officeDocument/2006/relationships/image" Target="../media/image_svg228.svg"/><Relationship Id="rId23" Type="http://schemas.openxmlformats.org/officeDocument/2006/relationships/image" Target="../media/image_svg229.svg"/><Relationship Id="rId24" Type="http://schemas.openxmlformats.org/officeDocument/2006/relationships/image" Target="../media/image_svg230.svg"/><Relationship Id="rId25" Type="http://schemas.openxmlformats.org/officeDocument/2006/relationships/image" Target="../media/image_svg231.svg"/><Relationship Id="rId26" Type="http://schemas.openxmlformats.org/officeDocument/2006/relationships/image" Target="../media/image_svg232.svg"/><Relationship Id="rId27" Type="http://schemas.openxmlformats.org/officeDocument/2006/relationships/image" Target="../media/image_svg233.svg"/><Relationship Id="rId28" Type="http://schemas.openxmlformats.org/officeDocument/2006/relationships/image" Target="../media/image_svg234.svg"/><Relationship Id="rId29" Type="http://schemas.openxmlformats.org/officeDocument/2006/relationships/image" Target="../media/image_svg235.svg"/><Relationship Id="rId30" Type="http://schemas.openxmlformats.org/officeDocument/2006/relationships/image" Target="../media/image_svg236.svg"/><Relationship Id="rId31" Type="http://schemas.openxmlformats.org/officeDocument/2006/relationships/image" Target="../media/image_svg237.svg"/><Relationship Id="rId32" Type="http://schemas.openxmlformats.org/officeDocument/2006/relationships/image" Target="../media/image_svg238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_svg239.svg"/><Relationship Id="rId4" Type="http://schemas.openxmlformats.org/officeDocument/2006/relationships/image" Target="../media/image_svg240.svg"/><Relationship Id="rId5" Type="http://schemas.openxmlformats.org/officeDocument/2006/relationships/image" Target="../media/image_svg241.svg"/><Relationship Id="rId6" Type="http://schemas.openxmlformats.org/officeDocument/2006/relationships/image" Target="../media/image_svg242.svg"/><Relationship Id="rId7" Type="http://schemas.openxmlformats.org/officeDocument/2006/relationships/image" Target="../media/image_svg243.svg"/><Relationship Id="rId8" Type="http://schemas.openxmlformats.org/officeDocument/2006/relationships/image" Target="../media/image_svg244.svg"/><Relationship Id="rId9" Type="http://schemas.openxmlformats.org/officeDocument/2006/relationships/image" Target="../media/image_svg245.svg"/><Relationship Id="rId10" Type="http://schemas.openxmlformats.org/officeDocument/2006/relationships/image" Target="../media/image_svg246.svg"/><Relationship Id="rId11" Type="http://schemas.openxmlformats.org/officeDocument/2006/relationships/image" Target="../media/image_svg247.svg"/><Relationship Id="rId12" Type="http://schemas.openxmlformats.org/officeDocument/2006/relationships/image" Target="../media/image_svg248.svg"/><Relationship Id="rId13" Type="http://schemas.openxmlformats.org/officeDocument/2006/relationships/image" Target="../media/image_svg249.svg"/><Relationship Id="rId14" Type="http://schemas.openxmlformats.org/officeDocument/2006/relationships/image" Target="../media/image_svg250.svg"/><Relationship Id="rId15" Type="http://schemas.openxmlformats.org/officeDocument/2006/relationships/image" Target="../media/image_svg251.svg"/><Relationship Id="rId16" Type="http://schemas.openxmlformats.org/officeDocument/2006/relationships/image" Target="../media/image_svg252.svg"/><Relationship Id="rId17" Type="http://schemas.openxmlformats.org/officeDocument/2006/relationships/image" Target="../media/image_svg253.svg"/><Relationship Id="rId18" Type="http://schemas.openxmlformats.org/officeDocument/2006/relationships/image" Target="../media/image_svg254.svg"/><Relationship Id="rId19" Type="http://schemas.openxmlformats.org/officeDocument/2006/relationships/image" Target="../media/image_svg255.svg"/><Relationship Id="rId20" Type="http://schemas.openxmlformats.org/officeDocument/2006/relationships/image" Target="../media/image_svg256.svg"/><Relationship Id="rId21" Type="http://schemas.openxmlformats.org/officeDocument/2006/relationships/image" Target="../media/image_svg257.svg"/><Relationship Id="rId22" Type="http://schemas.openxmlformats.org/officeDocument/2006/relationships/image" Target="../media/image_svg258.svg"/><Relationship Id="rId23" Type="http://schemas.openxmlformats.org/officeDocument/2006/relationships/image" Target="../media/image_svg259.svg"/><Relationship Id="rId24" Type="http://schemas.openxmlformats.org/officeDocument/2006/relationships/image" Target="../media/image_svg260.svg"/><Relationship Id="rId25" Type="http://schemas.openxmlformats.org/officeDocument/2006/relationships/image" Target="../media/image_svg261.svg"/><Relationship Id="rId26" Type="http://schemas.openxmlformats.org/officeDocument/2006/relationships/image" Target="../media/image_svg262.svg"/><Relationship Id="rId27" Type="http://schemas.openxmlformats.org/officeDocument/2006/relationships/image" Target="../media/image_svg263.svg"/><Relationship Id="rId28" Type="http://schemas.openxmlformats.org/officeDocument/2006/relationships/image" Target="../media/image_svg264.svg"/><Relationship Id="rId29" Type="http://schemas.openxmlformats.org/officeDocument/2006/relationships/image" Target="../media/image_svg265.svg"/><Relationship Id="rId30" Type="http://schemas.openxmlformats.org/officeDocument/2006/relationships/image" Target="../media/image_svg266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_svg267.svg"/><Relationship Id="rId4" Type="http://schemas.openxmlformats.org/officeDocument/2006/relationships/image" Target="../media/image_svg268.svg"/><Relationship Id="rId5" Type="http://schemas.openxmlformats.org/officeDocument/2006/relationships/image" Target="../media/image_svg269.svg"/><Relationship Id="rId6" Type="http://schemas.openxmlformats.org/officeDocument/2006/relationships/image" Target="../media/image_svg270.svg"/><Relationship Id="rId7" Type="http://schemas.openxmlformats.org/officeDocument/2006/relationships/image" Target="../media/image_svg271.svg"/><Relationship Id="rId8" Type="http://schemas.openxmlformats.org/officeDocument/2006/relationships/image" Target="../media/image_svg272.svg"/><Relationship Id="rId9" Type="http://schemas.openxmlformats.org/officeDocument/2006/relationships/image" Target="../media/image_svg273.svg"/><Relationship Id="rId10" Type="http://schemas.openxmlformats.org/officeDocument/2006/relationships/image" Target="../media/image_svg274.svg"/><Relationship Id="rId11" Type="http://schemas.openxmlformats.org/officeDocument/2006/relationships/image" Target="../media/image_svg275.svg"/><Relationship Id="rId12" Type="http://schemas.openxmlformats.org/officeDocument/2006/relationships/image" Target="../media/image_svg276.svg"/><Relationship Id="rId13" Type="http://schemas.openxmlformats.org/officeDocument/2006/relationships/image" Target="../media/image_svg277.svg"/><Relationship Id="rId14" Type="http://schemas.openxmlformats.org/officeDocument/2006/relationships/image" Target="../media/image_svg278.svg"/><Relationship Id="rId15" Type="http://schemas.openxmlformats.org/officeDocument/2006/relationships/image" Target="../media/image_svg279.svg"/><Relationship Id="rId16" Type="http://schemas.openxmlformats.org/officeDocument/2006/relationships/image" Target="../media/image_svg280.svg"/><Relationship Id="rId17" Type="http://schemas.openxmlformats.org/officeDocument/2006/relationships/image" Target="../media/image_svg281.svg"/><Relationship Id="rId18" Type="http://schemas.openxmlformats.org/officeDocument/2006/relationships/image" Target="../media/image_svg282.svg"/><Relationship Id="rId19" Type="http://schemas.openxmlformats.org/officeDocument/2006/relationships/image" Target="../media/image_svg283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_svg284.svg"/><Relationship Id="rId4" Type="http://schemas.openxmlformats.org/officeDocument/2006/relationships/image" Target="../media/image_svg285.svg"/><Relationship Id="rId5" Type="http://schemas.openxmlformats.org/officeDocument/2006/relationships/image" Target="../media/image_svg286.svg"/><Relationship Id="rId6" Type="http://schemas.openxmlformats.org/officeDocument/2006/relationships/image" Target="../media/image_svg287.svg"/><Relationship Id="rId7" Type="http://schemas.openxmlformats.org/officeDocument/2006/relationships/image" Target="../media/image_svg288.svg"/><Relationship Id="rId8" Type="http://schemas.openxmlformats.org/officeDocument/2006/relationships/image" Target="../media/image_svg289.svg"/><Relationship Id="rId9" Type="http://schemas.openxmlformats.org/officeDocument/2006/relationships/image" Target="../media/image_svg290.svg"/><Relationship Id="rId10" Type="http://schemas.openxmlformats.org/officeDocument/2006/relationships/image" Target="../media/image_svg291.svg"/><Relationship Id="rId11" Type="http://schemas.openxmlformats.org/officeDocument/2006/relationships/image" Target="../media/image_svg292.svg"/><Relationship Id="rId12" Type="http://schemas.openxmlformats.org/officeDocument/2006/relationships/image" Target="../media/image_svg293.svg"/><Relationship Id="rId13" Type="http://schemas.openxmlformats.org/officeDocument/2006/relationships/image" Target="../media/image_svg294.svg"/><Relationship Id="rId14" Type="http://schemas.openxmlformats.org/officeDocument/2006/relationships/image" Target="../media/image_svg295.svg"/><Relationship Id="rId15" Type="http://schemas.openxmlformats.org/officeDocument/2006/relationships/image" Target="../media/image_svg296.svg"/><Relationship Id="rId16" Type="http://schemas.openxmlformats.org/officeDocument/2006/relationships/image" Target="../media/image_svg297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_svg298.svg"/><Relationship Id="rId4" Type="http://schemas.openxmlformats.org/officeDocument/2006/relationships/image" Target="../media/image_svg299.svg"/><Relationship Id="rId5" Type="http://schemas.openxmlformats.org/officeDocument/2006/relationships/image" Target="../media/image_svg300.svg"/><Relationship Id="rId6" Type="http://schemas.openxmlformats.org/officeDocument/2006/relationships/image" Target="../media/image_svg301.svg"/><Relationship Id="rId7" Type="http://schemas.openxmlformats.org/officeDocument/2006/relationships/image" Target="../media/image_svg302.svg"/><Relationship Id="rId8" Type="http://schemas.openxmlformats.org/officeDocument/2006/relationships/image" Target="../media/image_svg303.svg"/><Relationship Id="rId9" Type="http://schemas.openxmlformats.org/officeDocument/2006/relationships/image" Target="../media/image_svg304.svg"/><Relationship Id="rId10" Type="http://schemas.openxmlformats.org/officeDocument/2006/relationships/image" Target="../media/image_svg305.svg"/><Relationship Id="rId11" Type="http://schemas.openxmlformats.org/officeDocument/2006/relationships/image" Target="../media/image_svg306.svg"/><Relationship Id="rId12" Type="http://schemas.openxmlformats.org/officeDocument/2006/relationships/image" Target="../media/image_svg307.svg"/><Relationship Id="rId13" Type="http://schemas.openxmlformats.org/officeDocument/2006/relationships/image" Target="../media/image_svg308.svg"/><Relationship Id="rId14" Type="http://schemas.openxmlformats.org/officeDocument/2006/relationships/image" Target="../media/image_svg309.svg"/><Relationship Id="rId15" Type="http://schemas.openxmlformats.org/officeDocument/2006/relationships/image" Target="../media/image_svg310.svg"/><Relationship Id="rId16" Type="http://schemas.openxmlformats.org/officeDocument/2006/relationships/image" Target="../media/image_svg311.svg"/><Relationship Id="rId17" Type="http://schemas.openxmlformats.org/officeDocument/2006/relationships/image" Target="../media/image_svg312.svg"/><Relationship Id="rId18" Type="http://schemas.openxmlformats.org/officeDocument/2006/relationships/image" Target="../media/image_svg313.svg"/><Relationship Id="rId19" Type="http://schemas.openxmlformats.org/officeDocument/2006/relationships/image" Target="../media/image_svg314.svg"/><Relationship Id="rId20" Type="http://schemas.openxmlformats.org/officeDocument/2006/relationships/image" Target="../media/image_svg315.svg"/><Relationship Id="rId21" Type="http://schemas.openxmlformats.org/officeDocument/2006/relationships/image" Target="../media/image_svg316.svg"/><Relationship Id="rId22" Type="http://schemas.openxmlformats.org/officeDocument/2006/relationships/image" Target="../media/image_svg317.svg"/><Relationship Id="rId23" Type="http://schemas.openxmlformats.org/officeDocument/2006/relationships/image" Target="../media/image_svg318.svg"/><Relationship Id="rId24" Type="http://schemas.openxmlformats.org/officeDocument/2006/relationships/image" Target="../media/image_svg319.svg"/><Relationship Id="rId25" Type="http://schemas.openxmlformats.org/officeDocument/2006/relationships/image" Target="../media/image_svg320.svg"/><Relationship Id="rId26" Type="http://schemas.openxmlformats.org/officeDocument/2006/relationships/image" Target="../media/image_svg321.svg"/><Relationship Id="rId27" Type="http://schemas.openxmlformats.org/officeDocument/2006/relationships/image" Target="../media/image_svg322.svg"/><Relationship Id="rId28" Type="http://schemas.openxmlformats.org/officeDocument/2006/relationships/image" Target="../media/image_svg323.svg"/><Relationship Id="rId29" Type="http://schemas.openxmlformats.org/officeDocument/2006/relationships/image" Target="../media/image_svg324.svg"/><Relationship Id="rId30" Type="http://schemas.openxmlformats.org/officeDocument/2006/relationships/image" Target="../media/image_svg325.svg"/><Relationship Id="rId31" Type="http://schemas.openxmlformats.org/officeDocument/2006/relationships/image" Target="../media/image_svg326.svg"/><Relationship Id="rId32" Type="http://schemas.openxmlformats.org/officeDocument/2006/relationships/image" Target="../media/image_svg327.svg"/><Relationship Id="rId33" Type="http://schemas.openxmlformats.org/officeDocument/2006/relationships/image" Target="../media/image_svg328.svg"/><Relationship Id="rId34" Type="http://schemas.openxmlformats.org/officeDocument/2006/relationships/image" Target="../media/image_svg329.svg"/><Relationship Id="rId35" Type="http://schemas.openxmlformats.org/officeDocument/2006/relationships/image" Target="../media/image_svg330.svg"/><Relationship Id="rId36" Type="http://schemas.openxmlformats.org/officeDocument/2006/relationships/image" Target="../media/image_svg331.svg"/><Relationship Id="rId37" Type="http://schemas.openxmlformats.org/officeDocument/2006/relationships/image" Target="../media/image_svg332.svg"/><Relationship Id="rId38" Type="http://schemas.openxmlformats.org/officeDocument/2006/relationships/image" Target="../media/image_svg333.svg"/><Relationship Id="rId39" Type="http://schemas.openxmlformats.org/officeDocument/2006/relationships/image" Target="../media/image_svg334.svg"/><Relationship Id="rId40" Type="http://schemas.openxmlformats.org/officeDocument/2006/relationships/image" Target="../media/image_svg335.svg"/><Relationship Id="rId41" Type="http://schemas.openxmlformats.org/officeDocument/2006/relationships/image" Target="../media/image_svg336.svg"/><Relationship Id="rId42" Type="http://schemas.openxmlformats.org/officeDocument/2006/relationships/image" Target="../media/image_svg337.svg"/><Relationship Id="rId43" Type="http://schemas.openxmlformats.org/officeDocument/2006/relationships/image" Target="../media/image_svg338.svg"/><Relationship Id="rId44" Type="http://schemas.openxmlformats.org/officeDocument/2006/relationships/image" Target="../media/image_svg339.svg"/><Relationship Id="rId45" Type="http://schemas.openxmlformats.org/officeDocument/2006/relationships/image" Target="../media/image_svg340.svg"/><Relationship Id="rId46" Type="http://schemas.openxmlformats.org/officeDocument/2006/relationships/image" Target="../media/image_svg341.svg"/><Relationship Id="rId47" Type="http://schemas.openxmlformats.org/officeDocument/2006/relationships/image" Target="../media/image_svg342.svg"/><Relationship Id="rId48" Type="http://schemas.openxmlformats.org/officeDocument/2006/relationships/image" Target="../media/image_svg343.svg"/><Relationship Id="rId49" Type="http://schemas.openxmlformats.org/officeDocument/2006/relationships/image" Target="../media/image_svg344.svg"/><Relationship Id="rId50" Type="http://schemas.openxmlformats.org/officeDocument/2006/relationships/image" Target="../media/image_svg345.svg"/><Relationship Id="rId51" Type="http://schemas.openxmlformats.org/officeDocument/2006/relationships/image" Target="../media/image_svg346.svg"/><Relationship Id="rId52" Type="http://schemas.openxmlformats.org/officeDocument/2006/relationships/image" Target="../media/image_svg347.svg"/><Relationship Id="rId53" Type="http://schemas.openxmlformats.org/officeDocument/2006/relationships/image" Target="../media/image_svg348.svg"/><Relationship Id="rId54" Type="http://schemas.openxmlformats.org/officeDocument/2006/relationships/image" Target="../media/image_svg349.svg"/><Relationship Id="rId55" Type="http://schemas.openxmlformats.org/officeDocument/2006/relationships/image" Target="../media/image_svg350.svg"/><Relationship Id="rId56" Type="http://schemas.openxmlformats.org/officeDocument/2006/relationships/image" Target="../media/image_svg351.svg"/><Relationship Id="rId57" Type="http://schemas.openxmlformats.org/officeDocument/2006/relationships/image" Target="../media/image_svg352.svg"/><Relationship Id="rId58" Type="http://schemas.openxmlformats.org/officeDocument/2006/relationships/image" Target="../media/image_svg353.svg"/><Relationship Id="rId59" Type="http://schemas.openxmlformats.org/officeDocument/2006/relationships/image" Target="../media/image_svg354.svg"/><Relationship Id="rId60" Type="http://schemas.openxmlformats.org/officeDocument/2006/relationships/image" Target="../media/image_svg355.svg"/><Relationship Id="rId61" Type="http://schemas.openxmlformats.org/officeDocument/2006/relationships/image" Target="../media/image_svg356.svg"/><Relationship Id="rId62" Type="http://schemas.openxmlformats.org/officeDocument/2006/relationships/image" Target="../media/image_svg357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_svg358.svg"/><Relationship Id="rId4" Type="http://schemas.openxmlformats.org/officeDocument/2006/relationships/image" Target="../media/image_svg359.svg"/><Relationship Id="rId5" Type="http://schemas.openxmlformats.org/officeDocument/2006/relationships/image" Target="../media/image_svg360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_svg361.svg"/><Relationship Id="rId4" Type="http://schemas.openxmlformats.org/officeDocument/2006/relationships/image" Target="../media/image_svg362.svg"/><Relationship Id="rId5" Type="http://schemas.openxmlformats.org/officeDocument/2006/relationships/image" Target="../media/image_svg363.svg"/><Relationship Id="rId6" Type="http://schemas.openxmlformats.org/officeDocument/2006/relationships/image" Target="../media/image_svg364.svg"/><Relationship Id="rId7" Type="http://schemas.openxmlformats.org/officeDocument/2006/relationships/image" Target="../media/image_svg365.svg"/><Relationship Id="rId8" Type="http://schemas.openxmlformats.org/officeDocument/2006/relationships/image" Target="../media/image_svg366.svg"/><Relationship Id="rId9" Type="http://schemas.openxmlformats.org/officeDocument/2006/relationships/image" Target="../media/image_svg367.svg"/><Relationship Id="rId10" Type="http://schemas.openxmlformats.org/officeDocument/2006/relationships/image" Target="../media/image_svg368.svg"/><Relationship Id="rId11" Type="http://schemas.openxmlformats.org/officeDocument/2006/relationships/image" Target="../media/image_svg369.svg"/><Relationship Id="rId12" Type="http://schemas.openxmlformats.org/officeDocument/2006/relationships/image" Target="../media/image_svg370.svg"/><Relationship Id="rId13" Type="http://schemas.openxmlformats.org/officeDocument/2006/relationships/image" Target="../media/image_svg371.svg"/><Relationship Id="rId14" Type="http://schemas.openxmlformats.org/officeDocument/2006/relationships/image" Target="../media/image_svg372.svg"/><Relationship Id="rId15" Type="http://schemas.openxmlformats.org/officeDocument/2006/relationships/image" Target="../media/image_svg373.svg"/><Relationship Id="rId16" Type="http://schemas.openxmlformats.org/officeDocument/2006/relationships/image" Target="../media/image_svg374.svg"/><Relationship Id="rId17" Type="http://schemas.openxmlformats.org/officeDocument/2006/relationships/image" Target="../media/image_svg375.svg"/><Relationship Id="rId18" Type="http://schemas.openxmlformats.org/officeDocument/2006/relationships/image" Target="../media/image_svg376.svg"/><Relationship Id="rId19" Type="http://schemas.openxmlformats.org/officeDocument/2006/relationships/image" Target="../media/image_svg377.svg"/><Relationship Id="rId20" Type="http://schemas.openxmlformats.org/officeDocument/2006/relationships/image" Target="../media/image_svg378.svg"/><Relationship Id="rId21" Type="http://schemas.openxmlformats.org/officeDocument/2006/relationships/image" Target="../media/image_svg379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_svg380.svg"/><Relationship Id="rId4" Type="http://schemas.openxmlformats.org/officeDocument/2006/relationships/image" Target="../media/image_svg381.svg"/><Relationship Id="rId5" Type="http://schemas.openxmlformats.org/officeDocument/2006/relationships/image" Target="../media/image_svg382.svg"/><Relationship Id="rId6" Type="http://schemas.openxmlformats.org/officeDocument/2006/relationships/image" Target="../media/image_svg383.svg"/><Relationship Id="rId7" Type="http://schemas.openxmlformats.org/officeDocument/2006/relationships/image" Target="../media/image_svg384.svg"/><Relationship Id="rId8" Type="http://schemas.openxmlformats.org/officeDocument/2006/relationships/image" Target="../media/image_svg385.svg"/><Relationship Id="rId9" Type="http://schemas.openxmlformats.org/officeDocument/2006/relationships/image" Target="../media/image_svg386.svg"/><Relationship Id="rId10" Type="http://schemas.openxmlformats.org/officeDocument/2006/relationships/image" Target="../media/image_svg387.svg"/><Relationship Id="rId11" Type="http://schemas.openxmlformats.org/officeDocument/2006/relationships/image" Target="../media/image_svg388.svg"/><Relationship Id="rId12" Type="http://schemas.openxmlformats.org/officeDocument/2006/relationships/image" Target="../media/image_svg389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11368735" cy="41148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  Clusters</a:t>
            </a:r>
            <a:r>
              <a:rPr sz="900" b="0">
                <a:solidFill>
                  <a:srgbClr val="888888"/>
                </a:solidFill>
                <a:latin typeface="Arial"/>
              </a:rPr>
              <a:t>   (11 icons)</a:t>
            </a:r>
          </a:p>
        </p:txBody>
      </p:sp>
      <p:pic>
        <p:nvPicPr>
          <p:cNvPr id="3" name="Picture 2" descr="Camp coordination and camp managemen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799" y="935360"/>
            <a:ext cx="502920" cy="4609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Camp coordination a…</a:t>
            </a:r>
          </a:p>
        </p:txBody>
      </p:sp>
      <p:pic>
        <p:nvPicPr>
          <p:cNvPr id="5" name="Picture 4" descr="Early recovery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37358" y="930085"/>
            <a:ext cx="502920" cy="4715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3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Early recovery</a:t>
            </a:r>
          </a:p>
        </p:txBody>
      </p:sp>
      <p:pic>
        <p:nvPicPr>
          <p:cNvPr id="7" name="Picture 6" descr="Educat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:svgBlip xmlns:ns2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36817" y="914400"/>
            <a:ext cx="407125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1460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Education</a:t>
            </a:r>
          </a:p>
        </p:txBody>
      </p:sp>
      <p:pic>
        <p:nvPicPr>
          <p:cNvPr id="9" name="Picture 8" descr="Emergency telecommunications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xmlns:ns3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90763" y="914400"/>
            <a:ext cx="402353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Emergency telecommu…</a:t>
            </a:r>
          </a:p>
        </p:txBody>
      </p:sp>
      <p:pic>
        <p:nvPicPr>
          <p:cNvPr id="11" name="Picture 10" descr="Food security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:svgBlip xmlns:ns4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92039" y="972781"/>
            <a:ext cx="502920" cy="3861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772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Food security</a:t>
            </a:r>
          </a:p>
        </p:txBody>
      </p:sp>
      <p:pic>
        <p:nvPicPr>
          <p:cNvPr id="13" name="Picture 12" descr="Health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5:svgBlip xmlns:ns5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16942" y="914400"/>
            <a:ext cx="356235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Health</a:t>
            </a:r>
          </a:p>
        </p:txBody>
      </p:sp>
      <p:pic>
        <p:nvPicPr>
          <p:cNvPr id="15" name="Picture 14" descr="Logistics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6:svgBlip xmlns:ns6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95159" y="961503"/>
            <a:ext cx="502920" cy="40871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2084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Logistics</a:t>
            </a:r>
          </a:p>
        </p:txBody>
      </p:sp>
      <p:pic>
        <p:nvPicPr>
          <p:cNvPr id="17" name="Picture 16" descr="Nutrit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7:svgBlip xmlns:ns7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09583" y="914400"/>
            <a:ext cx="377190" cy="502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39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Nutrition</a:t>
            </a:r>
          </a:p>
        </p:txBody>
      </p:sp>
      <p:pic>
        <p:nvPicPr>
          <p:cNvPr id="19" name="Picture 18" descr="Protect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8:svgBlip xmlns:ns8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98278" y="914400"/>
            <a:ext cx="502920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2395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Protection</a:t>
            </a:r>
          </a:p>
        </p:txBody>
      </p:sp>
      <p:pic>
        <p:nvPicPr>
          <p:cNvPr id="21" name="Picture 20" descr="Shelte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9:svgBlip xmlns:ns9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49840" y="914400"/>
            <a:ext cx="502917" cy="502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7551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Shelter</a:t>
            </a:r>
          </a:p>
        </p:txBody>
      </p:sp>
      <p:pic>
        <p:nvPicPr>
          <p:cNvPr id="23" name="Picture 22" descr="Water sanitation and hygien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0:svgBlip xmlns:ns10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5801" y="1783080"/>
            <a:ext cx="502917" cy="502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Water sanitation an…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11368735" cy="41148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  Other sectors</a:t>
            </a:r>
            <a:r>
              <a:rPr sz="900" b="0">
                <a:solidFill>
                  <a:srgbClr val="888888"/>
                </a:solidFill>
                <a:latin typeface="Arial"/>
              </a:rPr>
              <a:t>   (11 icons)</a:t>
            </a:r>
          </a:p>
        </p:txBody>
      </p:sp>
      <p:pic>
        <p:nvPicPr>
          <p:cNvPr id="3" name="Picture 2" descr="Agricultur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232" y="914400"/>
            <a:ext cx="440054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Agriculture</a:t>
            </a:r>
          </a:p>
        </p:txBody>
      </p:sp>
      <p:pic>
        <p:nvPicPr>
          <p:cNvPr id="5" name="Picture 4" descr="Child care child friendly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37358" y="951071"/>
            <a:ext cx="502920" cy="4295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3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Child care child fr…</a:t>
            </a:r>
          </a:p>
        </p:txBody>
      </p:sp>
      <p:pic>
        <p:nvPicPr>
          <p:cNvPr id="7" name="Picture 6" descr="Child protect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:svgBlip xmlns:ns2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88919" y="914400"/>
            <a:ext cx="502920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1460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Child protection</a:t>
            </a:r>
          </a:p>
        </p:txBody>
      </p:sp>
      <p:pic>
        <p:nvPicPr>
          <p:cNvPr id="9" name="Picture 8" descr="Coordinat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xmlns:ns3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0479" y="914400"/>
            <a:ext cx="50292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Coordination</a:t>
            </a:r>
          </a:p>
        </p:txBody>
      </p:sp>
      <p:pic>
        <p:nvPicPr>
          <p:cNvPr id="11" name="Picture 10" descr="Environmen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:svgBlip xmlns:ns4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92039" y="914400"/>
            <a:ext cx="502920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772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Environment</a:t>
            </a:r>
          </a:p>
        </p:txBody>
      </p:sp>
      <p:pic>
        <p:nvPicPr>
          <p:cNvPr id="13" name="Picture 12" descr="Fishery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5:svgBlip xmlns:ns5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43599" y="1050614"/>
            <a:ext cx="502920" cy="23049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Fishery</a:t>
            </a:r>
          </a:p>
        </p:txBody>
      </p:sp>
      <p:pic>
        <p:nvPicPr>
          <p:cNvPr id="15" name="Picture 14" descr="Logistics and telecommunications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6:svgBlip xmlns:ns6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16115" y="914400"/>
            <a:ext cx="461009" cy="502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2084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Logistics and telec…</a:t>
            </a:r>
          </a:p>
        </p:txBody>
      </p:sp>
      <p:pic>
        <p:nvPicPr>
          <p:cNvPr id="17" name="Picture 16" descr="Multi-cluster sect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7:svgBlip xmlns:ns7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46718" y="914400"/>
            <a:ext cx="502920" cy="502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39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Multi-cluster sector</a:t>
            </a:r>
          </a:p>
        </p:txBody>
      </p:sp>
      <p:pic>
        <p:nvPicPr>
          <p:cNvPr id="19" name="Picture 18" descr="Rule of law and justic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8:svgBlip xmlns:ns8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98932" y="914400"/>
            <a:ext cx="501613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2395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Rule of law and jus…</a:t>
            </a:r>
          </a:p>
        </p:txBody>
      </p:sp>
      <p:pic>
        <p:nvPicPr>
          <p:cNvPr id="21" name="Picture 20" descr="Safety and security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9:svgBlip xmlns:ns9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209630" y="914400"/>
            <a:ext cx="383337" cy="502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7551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Safety and security</a:t>
            </a:r>
          </a:p>
        </p:txBody>
      </p:sp>
      <p:pic>
        <p:nvPicPr>
          <p:cNvPr id="23" name="Picture 22" descr="Shelter, land and site coordinat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0:svgBlip xmlns:ns10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5799" y="1783082"/>
            <a:ext cx="502920" cy="5029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Shelter, land and 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11368735" cy="41148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  Disasters, hazards and crises</a:t>
            </a:r>
            <a:r>
              <a:rPr sz="900" b="0">
                <a:solidFill>
                  <a:srgbClr val="888888"/>
                </a:solidFill>
                <a:latin typeface="Arial"/>
              </a:rPr>
              <a:t>   (32 icons)</a:t>
            </a:r>
          </a:p>
        </p:txBody>
      </p:sp>
      <p:pic>
        <p:nvPicPr>
          <p:cNvPr id="3" name="Picture 2" descr="Anticipatory act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799" y="956304"/>
            <a:ext cx="502920" cy="419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Anticipatory action</a:t>
            </a:r>
          </a:p>
        </p:txBody>
      </p:sp>
      <p:pic>
        <p:nvPicPr>
          <p:cNvPr id="5" name="Picture 4" descr="Cold wav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0701" y="914400"/>
            <a:ext cx="356235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3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Cold wave</a:t>
            </a:r>
          </a:p>
        </p:txBody>
      </p:sp>
      <p:pic>
        <p:nvPicPr>
          <p:cNvPr id="7" name="Picture 6" descr="Conflic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:svgBlip xmlns:ns2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88920" y="914400"/>
            <a:ext cx="502919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1460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Conflict</a:t>
            </a:r>
          </a:p>
        </p:txBody>
      </p:sp>
      <p:pic>
        <p:nvPicPr>
          <p:cNvPr id="9" name="Picture 8" descr="Cyclon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xmlns:ns3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0479" y="914522"/>
            <a:ext cx="502920" cy="5026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Cyclone</a:t>
            </a:r>
          </a:p>
        </p:txBody>
      </p:sp>
      <p:pic>
        <p:nvPicPr>
          <p:cNvPr id="11" name="Picture 10" descr="Drough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:svgBlip xmlns:ns4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92039" y="914400"/>
            <a:ext cx="502920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772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Drought</a:t>
            </a:r>
          </a:p>
        </p:txBody>
      </p:sp>
      <p:pic>
        <p:nvPicPr>
          <p:cNvPr id="13" name="Picture 12" descr="Earthquak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5:svgBlip xmlns:ns5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85510" y="914400"/>
            <a:ext cx="419099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Earthquake</a:t>
            </a:r>
          </a:p>
        </p:txBody>
      </p:sp>
      <p:pic>
        <p:nvPicPr>
          <p:cNvPr id="15" name="Picture 14" descr="Epidemic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6:svgBlip xmlns:ns6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95159" y="945832"/>
            <a:ext cx="502920" cy="44005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2084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Epidemic</a:t>
            </a:r>
          </a:p>
        </p:txBody>
      </p:sp>
      <p:pic>
        <p:nvPicPr>
          <p:cNvPr id="17" name="Picture 16" descr="Famin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7:svgBlip xmlns:ns7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68632" y="914400"/>
            <a:ext cx="459092" cy="502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39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Famine</a:t>
            </a:r>
          </a:p>
        </p:txBody>
      </p:sp>
      <p:pic>
        <p:nvPicPr>
          <p:cNvPr id="19" name="Picture 18" descr="Fir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8:svgBlip xmlns:ns8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71621" y="914400"/>
            <a:ext cx="356235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2395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Fire</a:t>
            </a:r>
          </a:p>
        </p:txBody>
      </p:sp>
      <p:pic>
        <p:nvPicPr>
          <p:cNvPr id="21" name="Picture 20" descr="Flash floo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9:svgBlip xmlns:ns9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49839" y="914400"/>
            <a:ext cx="502919" cy="502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7551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Flash flood</a:t>
            </a:r>
          </a:p>
        </p:txBody>
      </p:sp>
      <p:pic>
        <p:nvPicPr>
          <p:cNvPr id="23" name="Picture 22" descr="Floo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0:svgBlip xmlns:ns10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5800" y="1783080"/>
            <a:ext cx="502919" cy="502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Flood</a:t>
            </a:r>
          </a:p>
        </p:txBody>
      </p:sp>
      <p:pic>
        <p:nvPicPr>
          <p:cNvPr id="25" name="Picture 24" descr="Heatwav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1:svgBlip xmlns:ns11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810701" y="1783080"/>
            <a:ext cx="356235" cy="5029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6303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Heatwave</a:t>
            </a:r>
          </a:p>
        </p:txBody>
      </p:sp>
      <p:pic>
        <p:nvPicPr>
          <p:cNvPr id="27" name="Picture 26" descr="Heavy rai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2:svgBlip xmlns:ns12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88919" y="1824902"/>
            <a:ext cx="502920" cy="41927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51460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Heavy rain</a:t>
            </a:r>
          </a:p>
        </p:txBody>
      </p:sp>
      <p:pic>
        <p:nvPicPr>
          <p:cNvPr id="29" name="Picture 28" descr="Humanitarian access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3:svgBlip xmlns:ns13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40479" y="1783080"/>
            <a:ext cx="502920" cy="5029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56616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Humanitarian access</a:t>
            </a:r>
          </a:p>
        </p:txBody>
      </p:sp>
      <p:pic>
        <p:nvPicPr>
          <p:cNvPr id="31" name="Picture 30" descr="Insect infestat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4:svgBlip xmlns:ns14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892039" y="1783094"/>
            <a:ext cx="502920" cy="50289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1772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Insect infestation</a:t>
            </a:r>
          </a:p>
        </p:txBody>
      </p:sp>
      <p:pic>
        <p:nvPicPr>
          <p:cNvPr id="33" name="Picture 32" descr="Internally displac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5:svgBlip xmlns:ns15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943599" y="1809335"/>
            <a:ext cx="502920" cy="45040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66928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Internally displaced</a:t>
            </a:r>
          </a:p>
        </p:txBody>
      </p:sp>
      <p:pic>
        <p:nvPicPr>
          <p:cNvPr id="35" name="Picture 34" descr="Landslide mudslid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6:svgBlip xmlns:ns16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995160" y="1783080"/>
            <a:ext cx="502919" cy="5029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72084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Landslide mudslide</a:t>
            </a:r>
          </a:p>
        </p:txBody>
      </p:sp>
      <p:pic>
        <p:nvPicPr>
          <p:cNvPr id="37" name="Picture 36" descr="Locust infestat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7:svgBlip xmlns:ns17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046718" y="1835473"/>
            <a:ext cx="502920" cy="398133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77239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Locust infestation</a:t>
            </a:r>
          </a:p>
        </p:txBody>
      </p:sp>
      <p:pic>
        <p:nvPicPr>
          <p:cNvPr id="39" name="Picture 38" descr="Population retur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8:svgBlip xmlns:ns18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098278" y="1809316"/>
            <a:ext cx="502920" cy="45044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82395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Population return</a:t>
            </a:r>
          </a:p>
        </p:txBody>
      </p:sp>
      <p:pic>
        <p:nvPicPr>
          <p:cNvPr id="41" name="Picture 40" descr="Poverty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9:svgBlip xmlns:ns19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212741" y="1783080"/>
            <a:ext cx="377114" cy="5029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87551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Poverty</a:t>
            </a:r>
          </a:p>
        </p:txBody>
      </p:sp>
      <p:pic>
        <p:nvPicPr>
          <p:cNvPr id="43" name="Picture 42" descr="Refuge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0:svgBlip xmlns:ns20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85799" y="2656719"/>
            <a:ext cx="502920" cy="4930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1148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Refugee</a:t>
            </a:r>
          </a:p>
        </p:txBody>
      </p:sp>
      <p:pic>
        <p:nvPicPr>
          <p:cNvPr id="45" name="Picture 44" descr="Resilienc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1:svgBlip xmlns:ns21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737358" y="2651760"/>
            <a:ext cx="502920" cy="50292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463039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Resilience</a:t>
            </a:r>
          </a:p>
        </p:txBody>
      </p:sp>
      <p:pic>
        <p:nvPicPr>
          <p:cNvPr id="47" name="Picture 46" descr="Snow avalanch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2:svgBlip xmlns:ns22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788920" y="2651760"/>
            <a:ext cx="502919" cy="50292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51460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Snow avalanche</a:t>
            </a:r>
          </a:p>
        </p:txBody>
      </p:sp>
      <p:pic>
        <p:nvPicPr>
          <p:cNvPr id="49" name="Picture 48" descr="Snowfall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3:svgBlip xmlns:ns23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863314" y="2651760"/>
            <a:ext cx="457250" cy="50292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356616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Snowfall</a:t>
            </a:r>
          </a:p>
        </p:txBody>
      </p:sp>
      <p:pic>
        <p:nvPicPr>
          <p:cNvPr id="51" name="Picture 50" descr="Storm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4:svgBlip xmlns:ns24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892144" y="2651760"/>
            <a:ext cx="502710" cy="50292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61772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Storm</a:t>
            </a:r>
          </a:p>
        </p:txBody>
      </p:sp>
      <p:pic>
        <p:nvPicPr>
          <p:cNvPr id="53" name="Picture 52" descr="Storm surg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5:svgBlip xmlns:ns25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943599" y="2651760"/>
            <a:ext cx="502920" cy="50292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66928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Storm surge</a:t>
            </a:r>
          </a:p>
        </p:txBody>
      </p:sp>
      <p:pic>
        <p:nvPicPr>
          <p:cNvPr id="55" name="Picture 54" descr="Technological disaste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6:svgBlip xmlns:ns26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995159" y="2677944"/>
            <a:ext cx="502920" cy="450551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72084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Technological disas…</a:t>
            </a:r>
          </a:p>
        </p:txBody>
      </p:sp>
      <p:pic>
        <p:nvPicPr>
          <p:cNvPr id="57" name="Picture 56" descr="Tornado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7:svgBlip xmlns:ns27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046720" y="2651760"/>
            <a:ext cx="502917" cy="50292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772399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Tornado</a:t>
            </a:r>
          </a:p>
        </p:txBody>
      </p:sp>
      <p:pic>
        <p:nvPicPr>
          <p:cNvPr id="59" name="Picture 58" descr="Tsunami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8:svgBlip xmlns:ns28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098278" y="2651760"/>
            <a:ext cx="502920" cy="50292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823959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Tsunami</a:t>
            </a:r>
          </a:p>
        </p:txBody>
      </p:sp>
      <p:pic>
        <p:nvPicPr>
          <p:cNvPr id="61" name="Picture 60" descr="Violent win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9:svgBlip xmlns:ns29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0149838" y="2651760"/>
            <a:ext cx="502920" cy="50292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9875519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Violent wind</a:t>
            </a:r>
          </a:p>
        </p:txBody>
      </p:sp>
      <p:pic>
        <p:nvPicPr>
          <p:cNvPr id="63" name="Picture 62" descr="Volcano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0:svgBlip xmlns:ns30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85799" y="3520440"/>
            <a:ext cx="502920" cy="50292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411480" y="404164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Volcano</a:t>
            </a:r>
          </a:p>
        </p:txBody>
      </p:sp>
      <p:pic>
        <p:nvPicPr>
          <p:cNvPr id="65" name="Picture 64" descr="Worm infestat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1:svgBlip xmlns:ns31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805462" y="3520440"/>
            <a:ext cx="366712" cy="50292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463039" y="404164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Worm infestation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11368735" cy="41148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  Socioeconomic and development</a:t>
            </a:r>
            <a:r>
              <a:rPr sz="900" b="0">
                <a:solidFill>
                  <a:srgbClr val="888888"/>
                </a:solidFill>
                <a:latin typeface="Arial"/>
              </a:rPr>
              <a:t>   (10 icons)</a:t>
            </a:r>
          </a:p>
        </p:txBody>
      </p:sp>
      <p:pic>
        <p:nvPicPr>
          <p:cNvPr id="3" name="Picture 2" descr="Debris managemen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799" y="91440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Debris management</a:t>
            </a:r>
          </a:p>
        </p:txBody>
      </p:sp>
      <p:pic>
        <p:nvPicPr>
          <p:cNvPr id="5" name="Picture 4" descr="Livelihoo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57619" y="914400"/>
            <a:ext cx="462398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3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Livelihood</a:t>
            </a:r>
          </a:p>
        </p:txBody>
      </p:sp>
      <p:pic>
        <p:nvPicPr>
          <p:cNvPr id="7" name="Picture 6" descr="Livestock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:svgBlip xmlns:ns2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88919" y="979189"/>
            <a:ext cx="502920" cy="3733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1460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Livestock</a:t>
            </a:r>
          </a:p>
        </p:txBody>
      </p:sp>
      <p:pic>
        <p:nvPicPr>
          <p:cNvPr id="9" name="Picture 8" descr="Population growth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xmlns:ns3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0479" y="914400"/>
            <a:ext cx="50292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Population growth</a:t>
            </a:r>
          </a:p>
        </p:txBody>
      </p:sp>
      <p:pic>
        <p:nvPicPr>
          <p:cNvPr id="11" name="Picture 10" descr="Reconstruct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:svgBlip xmlns:ns4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92039" y="914400"/>
            <a:ext cx="502920" cy="50291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772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Reconstruction</a:t>
            </a:r>
          </a:p>
        </p:txBody>
      </p:sp>
      <p:pic>
        <p:nvPicPr>
          <p:cNvPr id="13" name="Picture 12" descr="Rural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5:svgBlip xmlns:ns5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43599" y="914403"/>
            <a:ext cx="502920" cy="50291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Rural</a:t>
            </a:r>
          </a:p>
        </p:txBody>
      </p:sp>
      <p:pic>
        <p:nvPicPr>
          <p:cNvPr id="15" name="Picture 14" descr="Rural exodus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6:svgBlip xmlns:ns6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95159" y="914400"/>
            <a:ext cx="502920" cy="502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2084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Rural exodus</a:t>
            </a:r>
          </a:p>
        </p:txBody>
      </p:sp>
      <p:pic>
        <p:nvPicPr>
          <p:cNvPr id="17" name="Picture 16" descr="Trade and marke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7:svgBlip xmlns:ns7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46718" y="914400"/>
            <a:ext cx="502920" cy="50291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39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Trade and market</a:t>
            </a:r>
          </a:p>
        </p:txBody>
      </p:sp>
      <p:pic>
        <p:nvPicPr>
          <p:cNvPr id="19" name="Picture 18" descr="Urba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8:svgBlip xmlns:ns8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98278" y="914400"/>
            <a:ext cx="502920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2395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Urban</a:t>
            </a:r>
          </a:p>
        </p:txBody>
      </p:sp>
      <p:pic>
        <p:nvPicPr>
          <p:cNvPr id="21" name="Picture 20" descr="Urban rural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9:svgBlip xmlns:ns9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49910" y="914400"/>
            <a:ext cx="502776" cy="502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7551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Urban rural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11368735" cy="41148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  People</a:t>
            </a:r>
            <a:r>
              <a:rPr sz="900" b="0">
                <a:solidFill>
                  <a:srgbClr val="888888"/>
                </a:solidFill>
                <a:latin typeface="Arial"/>
              </a:rPr>
              <a:t>   (27 icons)</a:t>
            </a:r>
          </a:p>
        </p:txBody>
      </p:sp>
      <p:pic>
        <p:nvPicPr>
          <p:cNvPr id="3" name="Picture 2" descr="Affected populat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2" y="914400"/>
            <a:ext cx="502914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Affected population</a:t>
            </a:r>
          </a:p>
        </p:txBody>
      </p:sp>
      <p:pic>
        <p:nvPicPr>
          <p:cNvPr id="5" name="Picture 4" descr="Child combatan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37358" y="914400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3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Child combatant</a:t>
            </a:r>
          </a:p>
        </p:txBody>
      </p:sp>
      <p:pic>
        <p:nvPicPr>
          <p:cNvPr id="7" name="Picture 6" descr="Childr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:svgBlip xmlns:ns2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88919" y="972022"/>
            <a:ext cx="502920" cy="3876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1460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Children</a:t>
            </a:r>
          </a:p>
        </p:txBody>
      </p:sp>
      <p:pic>
        <p:nvPicPr>
          <p:cNvPr id="9" name="Picture 8" descr="Dea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xmlns:ns3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71912" y="914400"/>
            <a:ext cx="440055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Dead</a:t>
            </a:r>
          </a:p>
        </p:txBody>
      </p:sp>
      <p:pic>
        <p:nvPicPr>
          <p:cNvPr id="11" name="Picture 10" descr="Drown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:svgBlip xmlns:ns4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92039" y="914400"/>
            <a:ext cx="502920" cy="50291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772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Drowned</a:t>
            </a:r>
          </a:p>
        </p:txBody>
      </p:sp>
      <p:pic>
        <p:nvPicPr>
          <p:cNvPr id="13" name="Picture 12" descr="Elderly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5:svgBlip xmlns:ns5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23832" y="914400"/>
            <a:ext cx="342455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Elderly</a:t>
            </a:r>
          </a:p>
        </p:txBody>
      </p:sp>
      <p:pic>
        <p:nvPicPr>
          <p:cNvPr id="15" name="Picture 14" descr="Gende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6:svgBlip xmlns:ns6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71182" y="914400"/>
            <a:ext cx="350874" cy="502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2084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Gender</a:t>
            </a:r>
          </a:p>
        </p:txBody>
      </p:sp>
      <p:pic>
        <p:nvPicPr>
          <p:cNvPr id="17" name="Picture 16" descr="Indigenous peopl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7:svgBlip xmlns:ns7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46718" y="914400"/>
            <a:ext cx="502920" cy="502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39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Indigenous people</a:t>
            </a:r>
          </a:p>
        </p:txBody>
      </p:sp>
      <p:pic>
        <p:nvPicPr>
          <p:cNvPr id="19" name="Picture 18" descr="Infan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8:svgBlip xmlns:ns8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01603" y="914400"/>
            <a:ext cx="296271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2395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Infant</a:t>
            </a:r>
          </a:p>
        </p:txBody>
      </p:sp>
      <p:pic>
        <p:nvPicPr>
          <p:cNvPr id="21" name="Picture 20" descr="Injur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9:svgBlip xmlns:ns9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254614" y="914400"/>
            <a:ext cx="293370" cy="502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7551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Injured</a:t>
            </a:r>
          </a:p>
        </p:txBody>
      </p:sp>
      <p:pic>
        <p:nvPicPr>
          <p:cNvPr id="23" name="Picture 22" descr="Missi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0:svgBlip xmlns:ns10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17232" y="1783080"/>
            <a:ext cx="440055" cy="502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Missing</a:t>
            </a:r>
          </a:p>
        </p:txBody>
      </p:sp>
      <p:pic>
        <p:nvPicPr>
          <p:cNvPr id="25" name="Picture 24" descr="National army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1:svgBlip xmlns:ns11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68791" y="1783080"/>
            <a:ext cx="440055" cy="5029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6303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National army</a:t>
            </a:r>
          </a:p>
        </p:txBody>
      </p:sp>
      <p:pic>
        <p:nvPicPr>
          <p:cNvPr id="27" name="Picture 26" descr="Peacekeeping forc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2:svgBlip xmlns:ns12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88919" y="1830228"/>
            <a:ext cx="502920" cy="40862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51460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Peacekeeping force</a:t>
            </a:r>
          </a:p>
        </p:txBody>
      </p:sp>
      <p:pic>
        <p:nvPicPr>
          <p:cNvPr id="29" name="Picture 28" descr="People affect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3:svgBlip xmlns:ns13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40479" y="1824990"/>
            <a:ext cx="502920" cy="4191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56616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People affected</a:t>
            </a:r>
          </a:p>
        </p:txBody>
      </p:sp>
      <p:pic>
        <p:nvPicPr>
          <p:cNvPr id="31" name="Picture 30" descr="People cover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4:svgBlip xmlns:ns14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892039" y="1824990"/>
            <a:ext cx="502920" cy="4191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1772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People covered</a:t>
            </a:r>
          </a:p>
        </p:txBody>
      </p:sp>
      <p:pic>
        <p:nvPicPr>
          <p:cNvPr id="33" name="Picture 32" descr="People in ne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5:svgBlip xmlns:ns15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943599" y="1856426"/>
            <a:ext cx="502920" cy="35622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66928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People in need</a:t>
            </a:r>
          </a:p>
        </p:txBody>
      </p:sp>
      <p:pic>
        <p:nvPicPr>
          <p:cNvPr id="35" name="Picture 34" descr="People in need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6:svgBlip xmlns:ns16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995159" y="1866900"/>
            <a:ext cx="502920" cy="3352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72084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People in need 2</a:t>
            </a:r>
          </a:p>
        </p:txBody>
      </p:sp>
      <p:pic>
        <p:nvPicPr>
          <p:cNvPr id="37" name="Picture 36" descr="People reach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7:svgBlip xmlns:ns17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046718" y="1824990"/>
            <a:ext cx="502920" cy="4191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77239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People reached</a:t>
            </a:r>
          </a:p>
        </p:txBody>
      </p:sp>
      <p:pic>
        <p:nvPicPr>
          <p:cNvPr id="39" name="Picture 38" descr="People target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8:svgBlip xmlns:ns18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098286" y="1783080"/>
            <a:ext cx="502904" cy="5029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82395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People targeted</a:t>
            </a:r>
          </a:p>
        </p:txBody>
      </p:sp>
      <p:pic>
        <p:nvPicPr>
          <p:cNvPr id="41" name="Picture 40" descr="People targeted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9:svgBlip xmlns:ns19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149838" y="1824990"/>
            <a:ext cx="502920" cy="4191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87551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People targeted 2</a:t>
            </a:r>
          </a:p>
        </p:txBody>
      </p:sp>
      <p:pic>
        <p:nvPicPr>
          <p:cNvPr id="43" name="Picture 42" descr="People with physical impairments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0:svgBlip xmlns:ns20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96296" y="2651760"/>
            <a:ext cx="481926" cy="50292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1148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People with physica…</a:t>
            </a:r>
          </a:p>
        </p:txBody>
      </p:sp>
      <p:pic>
        <p:nvPicPr>
          <p:cNvPr id="45" name="Picture 44" descr="Person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1:svgBlip xmlns:ns21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852663" y="2651760"/>
            <a:ext cx="272310" cy="50292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463039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Person 1</a:t>
            </a:r>
          </a:p>
        </p:txBody>
      </p:sp>
      <p:pic>
        <p:nvPicPr>
          <p:cNvPr id="47" name="Picture 46" descr="Person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2:svgBlip xmlns:ns22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904239" y="2651760"/>
            <a:ext cx="272281" cy="50292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51460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Person 2</a:t>
            </a:r>
          </a:p>
        </p:txBody>
      </p:sp>
      <p:pic>
        <p:nvPicPr>
          <p:cNvPr id="49" name="Picture 48" descr="Pregnan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3:svgBlip xmlns:ns23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945249" y="2651760"/>
            <a:ext cx="293380" cy="50292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356616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Pregnant</a:t>
            </a:r>
          </a:p>
        </p:txBody>
      </p:sp>
      <p:pic>
        <p:nvPicPr>
          <p:cNvPr id="51" name="Picture 50" descr="Rebel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4:svgBlip xmlns:ns24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892039" y="2651760"/>
            <a:ext cx="502920" cy="502919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61772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Rebel</a:t>
            </a:r>
          </a:p>
        </p:txBody>
      </p:sp>
      <p:pic>
        <p:nvPicPr>
          <p:cNvPr id="53" name="Picture 52" descr="Resettlemen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5:svgBlip xmlns:ns25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943615" y="2651760"/>
            <a:ext cx="502888" cy="50292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66928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Resettlement</a:t>
            </a:r>
          </a:p>
        </p:txBody>
      </p:sp>
      <p:pic>
        <p:nvPicPr>
          <p:cNvPr id="55" name="Picture 54" descr="Sex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6:svgBlip xmlns:ns26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110412" y="2651760"/>
            <a:ext cx="272415" cy="50292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72084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Sex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11368735" cy="41148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  Activities strategy</a:t>
            </a:r>
            <a:r>
              <a:rPr sz="900" b="0">
                <a:solidFill>
                  <a:srgbClr val="888888"/>
                </a:solidFill>
                <a:latin typeface="Arial"/>
              </a:rPr>
              <a:t>   (35 icons)</a:t>
            </a:r>
          </a:p>
        </p:txBody>
      </p:sp>
      <p:pic>
        <p:nvPicPr>
          <p:cNvPr id="3" name="Picture 2" descr="Advocacy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799" y="992858"/>
            <a:ext cx="502920" cy="3460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Advocacy</a:t>
            </a:r>
          </a:p>
        </p:txBody>
      </p:sp>
      <p:pic>
        <p:nvPicPr>
          <p:cNvPr id="5" name="Picture 4" descr="Agil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68791" y="914400"/>
            <a:ext cx="440055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3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Agile</a:t>
            </a:r>
          </a:p>
        </p:txBody>
      </p:sp>
      <p:pic>
        <p:nvPicPr>
          <p:cNvPr id="7" name="Picture 6" descr="Analysis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:svgBlip xmlns:ns2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88919" y="914400"/>
            <a:ext cx="502920" cy="5029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1460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Analysis</a:t>
            </a:r>
          </a:p>
        </p:txBody>
      </p:sp>
      <p:pic>
        <p:nvPicPr>
          <p:cNvPr id="9" name="Picture 8" descr="Assessmen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xmlns:ns3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0479" y="914400"/>
            <a:ext cx="50292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Assessment</a:t>
            </a:r>
          </a:p>
        </p:txBody>
      </p:sp>
      <p:pic>
        <p:nvPicPr>
          <p:cNvPr id="11" name="Picture 10" descr="Cash transfe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:svgBlip xmlns:ns4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92039" y="914400"/>
            <a:ext cx="502920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772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Cash transfer</a:t>
            </a:r>
          </a:p>
        </p:txBody>
      </p:sp>
      <p:pic>
        <p:nvPicPr>
          <p:cNvPr id="13" name="Picture 12" descr="Civil military coordinat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5:svgBlip xmlns:ns5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43809" y="914400"/>
            <a:ext cx="502500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Civil military coor…</a:t>
            </a:r>
          </a:p>
        </p:txBody>
      </p:sp>
      <p:pic>
        <p:nvPicPr>
          <p:cNvPr id="15" name="Picture 14" descr="Community engagemen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6:svgBlip xmlns:ns6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95159" y="914402"/>
            <a:ext cx="502920" cy="50291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2084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Community engagement</a:t>
            </a:r>
          </a:p>
        </p:txBody>
      </p:sp>
      <p:pic>
        <p:nvPicPr>
          <p:cNvPr id="17" name="Picture 16" descr="Coordinated assessmen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7:svgBlip xmlns:ns7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46718" y="914400"/>
            <a:ext cx="502920" cy="502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39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Coordinated assessm…</a:t>
            </a:r>
          </a:p>
        </p:txBody>
      </p:sp>
      <p:pic>
        <p:nvPicPr>
          <p:cNvPr id="19" name="Picture 18" descr="Deploymen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8:svgBlip xmlns:ns8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98379" y="914400"/>
            <a:ext cx="502718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2395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Deployment</a:t>
            </a:r>
          </a:p>
        </p:txBody>
      </p:sp>
      <p:pic>
        <p:nvPicPr>
          <p:cNvPr id="21" name="Picture 20" descr="Financi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9:svgBlip xmlns:ns9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49838" y="1008697"/>
            <a:ext cx="502920" cy="31432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7551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Financing</a:t>
            </a:r>
          </a:p>
        </p:txBody>
      </p:sp>
      <p:pic>
        <p:nvPicPr>
          <p:cNvPr id="23" name="Picture 22" descr="Fun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0:svgBlip xmlns:ns10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48703" y="1783080"/>
            <a:ext cx="377113" cy="502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Fund</a:t>
            </a:r>
          </a:p>
        </p:txBody>
      </p:sp>
      <p:pic>
        <p:nvPicPr>
          <p:cNvPr id="25" name="Picture 24" descr="Gap analysis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1:svgBlip xmlns:ns11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37358" y="1783080"/>
            <a:ext cx="502920" cy="5029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6303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Gap analysis</a:t>
            </a:r>
          </a:p>
        </p:txBody>
      </p:sp>
      <p:pic>
        <p:nvPicPr>
          <p:cNvPr id="27" name="Picture 26" descr="Humanitarian programme cycl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2:svgBlip xmlns:ns12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88936" y="1783080"/>
            <a:ext cx="502886" cy="5029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51460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Humanitarian progra…</a:t>
            </a:r>
          </a:p>
        </p:txBody>
      </p:sp>
      <p:pic>
        <p:nvPicPr>
          <p:cNvPr id="29" name="Picture 28" descr="Information managemen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3:svgBlip xmlns:ns13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40479" y="1803697"/>
            <a:ext cx="502920" cy="4616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56616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Information managem…</a:t>
            </a:r>
          </a:p>
        </p:txBody>
      </p:sp>
      <p:pic>
        <p:nvPicPr>
          <p:cNvPr id="31" name="Picture 30" descr="Information technology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4:svgBlip xmlns:ns14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892039" y="1783080"/>
            <a:ext cx="502920" cy="5029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1772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Information technol…</a:t>
            </a:r>
          </a:p>
        </p:txBody>
      </p:sp>
      <p:pic>
        <p:nvPicPr>
          <p:cNvPr id="33" name="Picture 32" descr="Innovat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5:svgBlip xmlns:ns15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943601" y="1783080"/>
            <a:ext cx="502916" cy="5029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66928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Innovation</a:t>
            </a:r>
          </a:p>
        </p:txBody>
      </p:sp>
      <p:pic>
        <p:nvPicPr>
          <p:cNvPr id="35" name="Picture 34" descr="Leadership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6:svgBlip xmlns:ns16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995159" y="1866830"/>
            <a:ext cx="502920" cy="33541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72084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Leadership</a:t>
            </a:r>
          </a:p>
        </p:txBody>
      </p:sp>
      <p:pic>
        <p:nvPicPr>
          <p:cNvPr id="37" name="Picture 36" descr="Learni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7:svgBlip xmlns:ns17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046718" y="1783080"/>
            <a:ext cx="502920" cy="5029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77239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Learning</a:t>
            </a:r>
          </a:p>
        </p:txBody>
      </p:sp>
      <p:pic>
        <p:nvPicPr>
          <p:cNvPr id="39" name="Picture 38" descr="Meeti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8:svgBlip xmlns:ns18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098278" y="1783080"/>
            <a:ext cx="502920" cy="5029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82395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Meeting</a:t>
            </a:r>
          </a:p>
        </p:txBody>
      </p:sp>
      <p:pic>
        <p:nvPicPr>
          <p:cNvPr id="41" name="Picture 40" descr="Monitori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9:svgBlip xmlns:ns19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149838" y="1783080"/>
            <a:ext cx="502920" cy="50291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87551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Monitoring</a:t>
            </a:r>
          </a:p>
        </p:txBody>
      </p:sp>
      <p:pic>
        <p:nvPicPr>
          <p:cNvPr id="43" name="Picture 42" descr="Needs assessmen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0:svgBlip xmlns:ns20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69619" y="2651760"/>
            <a:ext cx="335280" cy="50292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1148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Needs assessment</a:t>
            </a:r>
          </a:p>
        </p:txBody>
      </p:sp>
      <p:pic>
        <p:nvPicPr>
          <p:cNvPr id="45" name="Picture 44" descr="Partnership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1:svgBlip xmlns:ns21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737358" y="2651772"/>
            <a:ext cx="502920" cy="50289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463039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Partnership</a:t>
            </a:r>
          </a:p>
        </p:txBody>
      </p:sp>
      <p:pic>
        <p:nvPicPr>
          <p:cNvPr id="47" name="Picture 46" descr="Policy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2:svgBlip xmlns:ns22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788919" y="2683467"/>
            <a:ext cx="502920" cy="43950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51460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Policy</a:t>
            </a:r>
          </a:p>
        </p:txBody>
      </p:sp>
      <p:pic>
        <p:nvPicPr>
          <p:cNvPr id="49" name="Picture 48" descr="Preparedness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3:svgBlip xmlns:ns23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840479" y="2651760"/>
            <a:ext cx="502920" cy="50292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356616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Preparedness</a:t>
            </a:r>
          </a:p>
        </p:txBody>
      </p:sp>
      <p:pic>
        <p:nvPicPr>
          <p:cNvPr id="51" name="Picture 50" descr="Public informat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4:svgBlip xmlns:ns24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996815" y="2651760"/>
            <a:ext cx="293370" cy="50292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61772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Public information</a:t>
            </a:r>
          </a:p>
        </p:txBody>
      </p:sp>
      <p:pic>
        <p:nvPicPr>
          <p:cNvPr id="53" name="Picture 52" descr="Reporti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5:svgBlip xmlns:ns25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943717" y="2651760"/>
            <a:ext cx="502685" cy="50292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66928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Reporting</a:t>
            </a:r>
          </a:p>
        </p:txBody>
      </p:sp>
      <p:pic>
        <p:nvPicPr>
          <p:cNvPr id="55" name="Picture 54" descr="Respons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6:svgBlip xmlns:ns26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995159" y="2651760"/>
            <a:ext cx="502920" cy="50292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72084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Response</a:t>
            </a:r>
          </a:p>
        </p:txBody>
      </p:sp>
      <p:pic>
        <p:nvPicPr>
          <p:cNvPr id="57" name="Picture 56" descr="Scale down operat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7:svgBlip xmlns:ns27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046718" y="2651760"/>
            <a:ext cx="502920" cy="50292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772399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Scale down operation</a:t>
            </a:r>
          </a:p>
        </p:txBody>
      </p:sp>
      <p:pic>
        <p:nvPicPr>
          <p:cNvPr id="59" name="Picture 58" descr="Scale up operat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8:svgBlip xmlns:ns28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098278" y="2651760"/>
            <a:ext cx="502920" cy="50292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823959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Scale up operation</a:t>
            </a:r>
          </a:p>
        </p:txBody>
      </p:sp>
      <p:pic>
        <p:nvPicPr>
          <p:cNvPr id="61" name="Picture 60" descr="Search and rescu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9:svgBlip xmlns:ns29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0209630" y="2651760"/>
            <a:ext cx="383337" cy="50292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9875519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Search and rescue</a:t>
            </a:r>
          </a:p>
        </p:txBody>
      </p:sp>
      <p:pic>
        <p:nvPicPr>
          <p:cNvPr id="63" name="Picture 62" descr="Services and tools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0:svgBlip xmlns:ns30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85799" y="3520440"/>
            <a:ext cx="502920" cy="50292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411480" y="404164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Services and tools</a:t>
            </a:r>
          </a:p>
        </p:txBody>
      </p:sp>
      <p:pic>
        <p:nvPicPr>
          <p:cNvPr id="65" name="Picture 64" descr="Sexual and reproductive health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1:svgBlip xmlns:ns31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737358" y="3551847"/>
            <a:ext cx="502920" cy="440104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463039" y="404164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Sexual and reproduc…</a:t>
            </a:r>
          </a:p>
        </p:txBody>
      </p:sp>
      <p:pic>
        <p:nvPicPr>
          <p:cNvPr id="67" name="Picture 66" descr="Staff managemen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2:svgBlip xmlns:ns32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788919" y="3520440"/>
            <a:ext cx="502920" cy="50292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2514600" y="404164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Staff management</a:t>
            </a:r>
          </a:p>
        </p:txBody>
      </p:sp>
      <p:pic>
        <p:nvPicPr>
          <p:cNvPr id="69" name="Picture 68" descr="Top ranki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3:svgBlip xmlns:ns33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840479" y="3520440"/>
            <a:ext cx="502920" cy="502919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3566160" y="404164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Top ranking</a:t>
            </a:r>
          </a:p>
        </p:txBody>
      </p:sp>
      <p:pic>
        <p:nvPicPr>
          <p:cNvPr id="71" name="Picture 70" descr="Traini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4:svgBlip xmlns:ns34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4892039" y="3520440"/>
            <a:ext cx="502920" cy="50292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4617720" y="404164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Training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11368735" cy="41148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  Product type</a:t>
            </a:r>
            <a:r>
              <a:rPr sz="900" b="0">
                <a:solidFill>
                  <a:srgbClr val="888888"/>
                </a:solidFill>
                <a:latin typeface="Arial"/>
              </a:rPr>
              <a:t>   (14 icons)</a:t>
            </a:r>
          </a:p>
        </p:txBody>
      </p:sp>
      <p:pic>
        <p:nvPicPr>
          <p:cNvPr id="3" name="Picture 2" descr="API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799" y="935354"/>
            <a:ext cx="502920" cy="4610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API</a:t>
            </a:r>
          </a:p>
        </p:txBody>
      </p:sp>
      <p:pic>
        <p:nvPicPr>
          <p:cNvPr id="5" name="Picture 4" descr="Calenda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68791" y="914400"/>
            <a:ext cx="440055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3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Calendar</a:t>
            </a:r>
          </a:p>
        </p:txBody>
      </p:sp>
      <p:pic>
        <p:nvPicPr>
          <p:cNvPr id="7" name="Picture 6" descr="Char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:svgBlip xmlns:ns2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88919" y="935354"/>
            <a:ext cx="502920" cy="4610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1460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Chart</a:t>
            </a:r>
          </a:p>
        </p:txBody>
      </p:sp>
      <p:pic>
        <p:nvPicPr>
          <p:cNvPr id="9" name="Picture 8" descr="Data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xmlns:ns3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3344" y="914400"/>
            <a:ext cx="37719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Data</a:t>
            </a:r>
          </a:p>
        </p:txBody>
      </p:sp>
      <p:pic>
        <p:nvPicPr>
          <p:cNvPr id="11" name="Picture 10" descr="Documen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:svgBlip xmlns:ns4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0619" y="914400"/>
            <a:ext cx="365760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772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Document</a:t>
            </a:r>
          </a:p>
        </p:txBody>
      </p:sp>
      <p:pic>
        <p:nvPicPr>
          <p:cNvPr id="13" name="Picture 12" descr="Film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5:svgBlip xmlns:ns5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43599" y="951071"/>
            <a:ext cx="502920" cy="42957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Film</a:t>
            </a:r>
          </a:p>
        </p:txBody>
      </p:sp>
      <p:pic>
        <p:nvPicPr>
          <p:cNvPr id="15" name="Picture 14" descr="Live geoservices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6:svgBlip xmlns:ns6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78979" y="914400"/>
            <a:ext cx="335280" cy="502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2084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Live geoservices</a:t>
            </a:r>
          </a:p>
        </p:txBody>
      </p:sp>
      <p:pic>
        <p:nvPicPr>
          <p:cNvPr id="17" name="Picture 16" descr="Locat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7:svgBlip xmlns:ns7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30074" y="914400"/>
            <a:ext cx="336208" cy="502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39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Location</a:t>
            </a:r>
          </a:p>
        </p:txBody>
      </p:sp>
      <p:pic>
        <p:nvPicPr>
          <p:cNvPr id="19" name="Picture 18" descr="Map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8:svgBlip xmlns:ns8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98278" y="956310"/>
            <a:ext cx="502920" cy="4191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2395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Map</a:t>
            </a:r>
          </a:p>
        </p:txBody>
      </p:sp>
      <p:pic>
        <p:nvPicPr>
          <p:cNvPr id="21" name="Picture 20" descr="P-cod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9:svgBlip xmlns:ns9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212694" y="914400"/>
            <a:ext cx="377209" cy="502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7551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P-code</a:t>
            </a:r>
          </a:p>
        </p:txBody>
      </p:sp>
      <p:pic>
        <p:nvPicPr>
          <p:cNvPr id="23" name="Picture 22" descr="Photo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0:svgBlip xmlns:ns10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5799" y="1866900"/>
            <a:ext cx="502920" cy="3352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Photo</a:t>
            </a:r>
          </a:p>
        </p:txBody>
      </p:sp>
      <p:pic>
        <p:nvPicPr>
          <p:cNvPr id="25" name="Picture 24" descr="Repor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1:svgBlip xmlns:ns11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800223" y="1783080"/>
            <a:ext cx="377190" cy="5029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6303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Report</a:t>
            </a:r>
          </a:p>
        </p:txBody>
      </p:sp>
      <p:pic>
        <p:nvPicPr>
          <p:cNvPr id="27" name="Picture 26" descr="Tabl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2:svgBlip xmlns:ns12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88919" y="1783080"/>
            <a:ext cx="502920" cy="5029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51460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Table</a:t>
            </a:r>
          </a:p>
        </p:txBody>
      </p:sp>
      <p:pic>
        <p:nvPicPr>
          <p:cNvPr id="29" name="Picture 28" descr="Video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3:svgBlip xmlns:ns13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40479" y="1783080"/>
            <a:ext cx="502920" cy="5029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56616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Video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11368735" cy="41148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  Food and non-food items</a:t>
            </a:r>
            <a:r>
              <a:rPr sz="900" b="0">
                <a:solidFill>
                  <a:srgbClr val="888888"/>
                </a:solidFill>
                <a:latin typeface="Arial"/>
              </a:rPr>
              <a:t>   (25 icons)</a:t>
            </a:r>
          </a:p>
        </p:txBody>
      </p:sp>
      <p:pic>
        <p:nvPicPr>
          <p:cNvPr id="3" name="Picture 2" descr="Blanke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523" y="914400"/>
            <a:ext cx="251473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Blanket</a:t>
            </a:r>
          </a:p>
        </p:txBody>
      </p:sp>
      <p:pic>
        <p:nvPicPr>
          <p:cNvPr id="5" name="Picture 4" descr="Bottled wate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84043" y="914400"/>
            <a:ext cx="20955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3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Bottled water</a:t>
            </a:r>
          </a:p>
        </p:txBody>
      </p:sp>
      <p:pic>
        <p:nvPicPr>
          <p:cNvPr id="7" name="Picture 6" descr="Bucke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:svgBlip xmlns:ns2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41307" y="914400"/>
            <a:ext cx="398145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1460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Bucket</a:t>
            </a:r>
          </a:p>
        </p:txBody>
      </p:sp>
      <p:pic>
        <p:nvPicPr>
          <p:cNvPr id="9" name="Picture 8" descr="Clothi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xmlns:ns3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0479" y="945832"/>
            <a:ext cx="502920" cy="4400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Clothing</a:t>
            </a:r>
          </a:p>
        </p:txBody>
      </p:sp>
      <p:pic>
        <p:nvPicPr>
          <p:cNvPr id="11" name="Picture 10" descr="Detergen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:svgBlip xmlns:ns4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86337" y="914400"/>
            <a:ext cx="314325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772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Detergent</a:t>
            </a:r>
          </a:p>
        </p:txBody>
      </p:sp>
      <p:pic>
        <p:nvPicPr>
          <p:cNvPr id="13" name="Picture 12" descr="Flou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5:svgBlip xmlns:ns5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27419" y="914400"/>
            <a:ext cx="335280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Flour</a:t>
            </a:r>
          </a:p>
        </p:txBody>
      </p:sp>
      <p:pic>
        <p:nvPicPr>
          <p:cNvPr id="15" name="Picture 14" descr="Foo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6:svgBlip xmlns:ns6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95159" y="992981"/>
            <a:ext cx="502920" cy="34575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2084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Food</a:t>
            </a:r>
          </a:p>
        </p:txBody>
      </p:sp>
      <p:pic>
        <p:nvPicPr>
          <p:cNvPr id="17" name="Picture 16" descr="Kitchen se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7:svgBlip xmlns:ns7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46718" y="914400"/>
            <a:ext cx="502920" cy="502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39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Kitchen set</a:t>
            </a:r>
          </a:p>
        </p:txBody>
      </p:sp>
      <p:pic>
        <p:nvPicPr>
          <p:cNvPr id="19" name="Picture 18" descr="Mattress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8:svgBlip xmlns:ns8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13531" y="914400"/>
            <a:ext cx="272415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2395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Mattress</a:t>
            </a:r>
          </a:p>
        </p:txBody>
      </p:sp>
      <p:pic>
        <p:nvPicPr>
          <p:cNvPr id="21" name="Picture 20" descr="Medical supply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9:svgBlip xmlns:ns9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49838" y="951071"/>
            <a:ext cx="502920" cy="42957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7551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Medical supply</a:t>
            </a:r>
          </a:p>
        </p:txBody>
      </p:sp>
      <p:pic>
        <p:nvPicPr>
          <p:cNvPr id="23" name="Picture 22" descr="Medicin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0:svgBlip xmlns:ns10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5799" y="1783080"/>
            <a:ext cx="502920" cy="50291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Medicine</a:t>
            </a:r>
          </a:p>
        </p:txBody>
      </p:sp>
      <p:pic>
        <p:nvPicPr>
          <p:cNvPr id="25" name="Picture 24" descr="Mosquito ne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1:svgBlip xmlns:ns11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37358" y="1783080"/>
            <a:ext cx="502920" cy="50291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6303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Mosquito net</a:t>
            </a:r>
          </a:p>
        </p:txBody>
      </p:sp>
      <p:pic>
        <p:nvPicPr>
          <p:cNvPr id="27" name="Picture 26" descr="Non food items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2:svgBlip xmlns:ns12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88919" y="1783080"/>
            <a:ext cx="502920" cy="5029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51460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Non food items</a:t>
            </a:r>
          </a:p>
        </p:txBody>
      </p:sp>
      <p:pic>
        <p:nvPicPr>
          <p:cNvPr id="29" name="Picture 28" descr="Non food items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3:svgBlip xmlns:ns13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40479" y="1851183"/>
            <a:ext cx="502920" cy="36671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56616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Non food items 2</a:t>
            </a:r>
          </a:p>
        </p:txBody>
      </p:sp>
      <p:pic>
        <p:nvPicPr>
          <p:cNvPr id="31" name="Picture 30" descr="Oil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4:svgBlip xmlns:ns14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038724" y="1783080"/>
            <a:ext cx="209550" cy="5029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1772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Oil</a:t>
            </a:r>
          </a:p>
        </p:txBody>
      </p:sp>
      <p:pic>
        <p:nvPicPr>
          <p:cNvPr id="33" name="Picture 32" descr="Plastic sheeti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5:svgBlip xmlns:ns15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943599" y="1783080"/>
            <a:ext cx="502920" cy="5029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66928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Plastic sheeting</a:t>
            </a:r>
          </a:p>
        </p:txBody>
      </p:sp>
      <p:pic>
        <p:nvPicPr>
          <p:cNvPr id="35" name="Picture 34" descr="Relief goods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6:svgBlip xmlns:ns16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068501" y="1783080"/>
            <a:ext cx="356236" cy="5029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72084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Relief goods</a:t>
            </a:r>
          </a:p>
        </p:txBody>
      </p:sp>
      <p:pic>
        <p:nvPicPr>
          <p:cNvPr id="37" name="Picture 36" descr="Ric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7:svgBlip xmlns:ns17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046718" y="1882616"/>
            <a:ext cx="502920" cy="30384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77239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Rice</a:t>
            </a:r>
          </a:p>
        </p:txBody>
      </p:sp>
      <p:pic>
        <p:nvPicPr>
          <p:cNvPr id="39" name="Picture 38" descr="Sal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8:svgBlip xmlns:ns18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192576" y="1783080"/>
            <a:ext cx="314325" cy="5029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82395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Salt</a:t>
            </a:r>
          </a:p>
        </p:txBody>
      </p:sp>
      <p:pic>
        <p:nvPicPr>
          <p:cNvPr id="41" name="Picture 40" descr="Soap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9:svgBlip xmlns:ns19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149838" y="1783080"/>
            <a:ext cx="502920" cy="5029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87551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Soap</a:t>
            </a:r>
          </a:p>
        </p:txBody>
      </p:sp>
      <p:pic>
        <p:nvPicPr>
          <p:cNvPr id="43" name="Picture 42" descr="Stov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0:svgBlip xmlns:ns20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85799" y="2651760"/>
            <a:ext cx="502920" cy="50292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1148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Stove</a:t>
            </a:r>
          </a:p>
        </p:txBody>
      </p:sp>
      <p:pic>
        <p:nvPicPr>
          <p:cNvPr id="45" name="Picture 44" descr="Suga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1:svgBlip xmlns:ns21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737358" y="2651760"/>
            <a:ext cx="502920" cy="50291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463039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Sugar</a:t>
            </a:r>
          </a:p>
        </p:txBody>
      </p:sp>
      <p:pic>
        <p:nvPicPr>
          <p:cNvPr id="47" name="Picture 46" descr="Tarpauli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2:svgBlip xmlns:ns22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788919" y="2651760"/>
            <a:ext cx="502920" cy="50292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51460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Tarpaulin</a:t>
            </a:r>
          </a:p>
        </p:txBody>
      </p:sp>
      <p:pic>
        <p:nvPicPr>
          <p:cNvPr id="49" name="Picture 48" descr="Ten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3:svgBlip xmlns:ns23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840479" y="2693683"/>
            <a:ext cx="502920" cy="419073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356616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Tent</a:t>
            </a:r>
          </a:p>
        </p:txBody>
      </p:sp>
      <p:pic>
        <p:nvPicPr>
          <p:cNvPr id="51" name="Picture 50" descr="Vaccin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4:svgBlip xmlns:ns24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892039" y="2651760"/>
            <a:ext cx="502920" cy="50292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61772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Vaccine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11368735" cy="41148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  Water sanitation and hygiene</a:t>
            </a:r>
            <a:r>
              <a:rPr sz="900" b="0">
                <a:solidFill>
                  <a:srgbClr val="888888"/>
                </a:solidFill>
                <a:latin typeface="Arial"/>
              </a:rPr>
              <a:t>   (13 icons)</a:t>
            </a:r>
          </a:p>
        </p:txBody>
      </p:sp>
      <p:pic>
        <p:nvPicPr>
          <p:cNvPr id="3" name="Picture 2" descr="Borehol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799" y="91440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Borehole</a:t>
            </a:r>
          </a:p>
        </p:txBody>
      </p:sp>
      <p:pic>
        <p:nvPicPr>
          <p:cNvPr id="5" name="Picture 4" descr="Communal latrin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37358" y="914400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3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Communal latrine</a:t>
            </a:r>
          </a:p>
        </p:txBody>
      </p:sp>
      <p:pic>
        <p:nvPicPr>
          <p:cNvPr id="7" name="Picture 6" descr="Latrine cabi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:svgBlip xmlns:ns2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5127" y="914400"/>
            <a:ext cx="230505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1460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Latrine cabin</a:t>
            </a:r>
          </a:p>
        </p:txBody>
      </p:sp>
      <p:pic>
        <p:nvPicPr>
          <p:cNvPr id="9" name="Picture 8" descr="Potable wate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xmlns:ns3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9018" y="914400"/>
            <a:ext cx="365843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Potable water</a:t>
            </a:r>
          </a:p>
        </p:txBody>
      </p:sp>
      <p:pic>
        <p:nvPicPr>
          <p:cNvPr id="11" name="Picture 10" descr="Potable water sourc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:svgBlip xmlns:ns4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0578" y="914400"/>
            <a:ext cx="365843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772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Potable water source</a:t>
            </a:r>
          </a:p>
        </p:txBody>
      </p:sp>
      <p:pic>
        <p:nvPicPr>
          <p:cNvPr id="13" name="Picture 12" descr="Sanitat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5:svgBlip xmlns:ns5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43599" y="914422"/>
            <a:ext cx="502920" cy="5028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Sanitation</a:t>
            </a:r>
          </a:p>
        </p:txBody>
      </p:sp>
      <p:pic>
        <p:nvPicPr>
          <p:cNvPr id="15" name="Picture 14" descr="Showe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6:svgBlip xmlns:ns6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26592" y="914400"/>
            <a:ext cx="440055" cy="502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2084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Shower</a:t>
            </a:r>
          </a:p>
        </p:txBody>
      </p:sp>
      <p:pic>
        <p:nvPicPr>
          <p:cNvPr id="17" name="Picture 16" descr="Solid wast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7:svgBlip xmlns:ns7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20061" y="914400"/>
            <a:ext cx="356235" cy="502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39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Solid waste</a:t>
            </a:r>
          </a:p>
        </p:txBody>
      </p:sp>
      <p:pic>
        <p:nvPicPr>
          <p:cNvPr id="19" name="Picture 18" descr="Spring wate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8:svgBlip xmlns:ns8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98278" y="914400"/>
            <a:ext cx="502920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2395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Spring water</a:t>
            </a:r>
          </a:p>
        </p:txBody>
      </p:sp>
      <p:pic>
        <p:nvPicPr>
          <p:cNvPr id="21" name="Picture 20" descr="Submersible pump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9:svgBlip xmlns:ns9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49838" y="914452"/>
            <a:ext cx="502920" cy="50281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7551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Submersible pump</a:t>
            </a:r>
          </a:p>
        </p:txBody>
      </p:sp>
      <p:pic>
        <p:nvPicPr>
          <p:cNvPr id="23" name="Picture 22" descr="Toile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0:svgBlip xmlns:ns10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91021" y="1783080"/>
            <a:ext cx="292477" cy="502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Toilet</a:t>
            </a:r>
          </a:p>
        </p:txBody>
      </p:sp>
      <p:pic>
        <p:nvPicPr>
          <p:cNvPr id="25" name="Picture 24" descr="Water sourc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1:svgBlip xmlns:ns11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810701" y="1783080"/>
            <a:ext cx="356234" cy="5029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6303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Water source</a:t>
            </a:r>
          </a:p>
        </p:txBody>
      </p:sp>
      <p:pic>
        <p:nvPicPr>
          <p:cNvPr id="27" name="Picture 26" descr="Water trucki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2:svgBlip xmlns:ns12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88919" y="1877377"/>
            <a:ext cx="502920" cy="31432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51460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Water trucking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11368735" cy="41148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  Camp</a:t>
            </a:r>
            <a:r>
              <a:rPr sz="900" b="0">
                <a:solidFill>
                  <a:srgbClr val="888888"/>
                </a:solidFill>
                <a:latin typeface="Arial"/>
              </a:rPr>
              <a:t>   (6 icons)</a:t>
            </a:r>
          </a:p>
        </p:txBody>
      </p:sp>
      <p:pic>
        <p:nvPicPr>
          <p:cNvPr id="3" name="Picture 2" descr="IDP refugee camp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799" y="914413"/>
            <a:ext cx="502920" cy="5028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IDP refugee camp</a:t>
            </a:r>
          </a:p>
        </p:txBody>
      </p:sp>
      <p:pic>
        <p:nvPicPr>
          <p:cNvPr id="5" name="Picture 4" descr="Permanent camp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37358" y="914400"/>
            <a:ext cx="502920" cy="5029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3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Permanent camp</a:t>
            </a:r>
          </a:p>
        </p:txBody>
      </p:sp>
      <p:pic>
        <p:nvPicPr>
          <p:cNvPr id="7" name="Picture 6" descr="Registrat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:svgBlip xmlns:ns2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88919" y="998220"/>
            <a:ext cx="502920" cy="335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1460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Registration</a:t>
            </a:r>
          </a:p>
        </p:txBody>
      </p:sp>
      <p:pic>
        <p:nvPicPr>
          <p:cNvPr id="9" name="Picture 8" descr="Spontaneous sit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xmlns:ns3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71905" y="914400"/>
            <a:ext cx="440068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Spontaneous site</a:t>
            </a:r>
          </a:p>
        </p:txBody>
      </p:sp>
      <p:pic>
        <p:nvPicPr>
          <p:cNvPr id="11" name="Picture 10" descr="Temporary camp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:svgBlip xmlns:ns4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92039" y="930112"/>
            <a:ext cx="502920" cy="47149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772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Temporary camp</a:t>
            </a:r>
          </a:p>
        </p:txBody>
      </p:sp>
      <p:pic>
        <p:nvPicPr>
          <p:cNvPr id="13" name="Picture 12" descr="Transition sit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5:svgBlip xmlns:ns5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43599" y="935349"/>
            <a:ext cx="502920" cy="4610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Transition site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11368735" cy="41148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  Security and incident</a:t>
            </a:r>
            <a:r>
              <a:rPr sz="900" b="0">
                <a:solidFill>
                  <a:srgbClr val="888888"/>
                </a:solidFill>
                <a:latin typeface="Arial"/>
              </a:rPr>
              <a:t>   (16 icons)</a:t>
            </a:r>
          </a:p>
        </p:txBody>
      </p:sp>
      <p:pic>
        <p:nvPicPr>
          <p:cNvPr id="3" name="Picture 2" descr="Abduction kidnappi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799" y="91440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Abduction kidnapping</a:t>
            </a:r>
          </a:p>
        </p:txBody>
      </p:sp>
      <p:pic>
        <p:nvPicPr>
          <p:cNvPr id="5" name="Picture 4" descr="Arrest detent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37358" y="914400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3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Arrest detention</a:t>
            </a:r>
          </a:p>
        </p:txBody>
      </p:sp>
      <p:pic>
        <p:nvPicPr>
          <p:cNvPr id="7" name="Picture 6" descr="Assaul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:svgBlip xmlns:ns2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88925" y="914400"/>
            <a:ext cx="502908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1460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Assault</a:t>
            </a:r>
          </a:p>
        </p:txBody>
      </p:sp>
      <p:pic>
        <p:nvPicPr>
          <p:cNvPr id="9" name="Picture 8" descr="Attack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xmlns:ns3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0479" y="914407"/>
            <a:ext cx="502920" cy="5029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Attack</a:t>
            </a:r>
          </a:p>
        </p:txBody>
      </p:sp>
      <p:pic>
        <p:nvPicPr>
          <p:cNvPr id="11" name="Picture 10" descr="Carjacki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:svgBlip xmlns:ns4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92039" y="914400"/>
            <a:ext cx="502920" cy="50291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772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Carjacking</a:t>
            </a:r>
          </a:p>
        </p:txBody>
      </p:sp>
      <p:pic>
        <p:nvPicPr>
          <p:cNvPr id="13" name="Picture 12" descr="Confin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5:svgBlip xmlns:ns5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43599" y="914400"/>
            <a:ext cx="502920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Confined</a:t>
            </a:r>
          </a:p>
        </p:txBody>
      </p:sp>
      <p:pic>
        <p:nvPicPr>
          <p:cNvPr id="15" name="Picture 14" descr="Dangerous area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6:svgBlip xmlns:ns6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21271" y="914400"/>
            <a:ext cx="450697" cy="502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2084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Dangerous area</a:t>
            </a:r>
          </a:p>
        </p:txBody>
      </p:sp>
      <p:pic>
        <p:nvPicPr>
          <p:cNvPr id="17" name="Picture 16" descr="Forced entry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7:svgBlip xmlns:ns7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46718" y="914400"/>
            <a:ext cx="502920" cy="502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39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Forced entry</a:t>
            </a:r>
          </a:p>
        </p:txBody>
      </p:sp>
      <p:pic>
        <p:nvPicPr>
          <p:cNvPr id="19" name="Picture 18" descr="Forced recruitmen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8:svgBlip xmlns:ns8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98278" y="914400"/>
            <a:ext cx="502920" cy="50291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2395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Forced recruitment</a:t>
            </a:r>
          </a:p>
        </p:txBody>
      </p:sp>
      <p:pic>
        <p:nvPicPr>
          <p:cNvPr id="21" name="Picture 20" descr="Gender based violenc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9:svgBlip xmlns:ns9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81271" y="914400"/>
            <a:ext cx="440055" cy="502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7551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Gender based violen…</a:t>
            </a:r>
          </a:p>
        </p:txBody>
      </p:sp>
      <p:pic>
        <p:nvPicPr>
          <p:cNvPr id="23" name="Picture 22" descr="Harassment intimidat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0:svgBlip xmlns:ns10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5799" y="1783083"/>
            <a:ext cx="502920" cy="50291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Harassment intimida…</a:t>
            </a:r>
          </a:p>
        </p:txBody>
      </p:sp>
      <p:pic>
        <p:nvPicPr>
          <p:cNvPr id="25" name="Picture 24" descr="House burn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1:svgBlip xmlns:ns11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37358" y="1783080"/>
            <a:ext cx="502920" cy="5029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6303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House burned</a:t>
            </a:r>
          </a:p>
        </p:txBody>
      </p:sp>
      <p:pic>
        <p:nvPicPr>
          <p:cNvPr id="27" name="Picture 26" descr="Min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2:svgBlip xmlns:ns12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88919" y="1783080"/>
            <a:ext cx="502920" cy="5029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51460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Mine</a:t>
            </a:r>
          </a:p>
        </p:txBody>
      </p:sp>
      <p:pic>
        <p:nvPicPr>
          <p:cNvPr id="29" name="Picture 28" descr="Murde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3:svgBlip xmlns:ns13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71912" y="1783080"/>
            <a:ext cx="440054" cy="5029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56616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Murder</a:t>
            </a:r>
          </a:p>
        </p:txBody>
      </p:sp>
      <p:pic>
        <p:nvPicPr>
          <p:cNvPr id="31" name="Picture 30" descr="Robbery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4:svgBlip xmlns:ns14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892039" y="1783080"/>
            <a:ext cx="502920" cy="5029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1772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Robbery</a:t>
            </a:r>
          </a:p>
        </p:txBody>
      </p:sp>
      <p:pic>
        <p:nvPicPr>
          <p:cNvPr id="33" name="Picture 32" descr="Sexual violenc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5:svgBlip xmlns:ns15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943599" y="1783080"/>
            <a:ext cx="502920" cy="5029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66928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Sexual violence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11368735" cy="41148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  Physical barriers</a:t>
            </a:r>
            <a:r>
              <a:rPr sz="900" b="0">
                <a:solidFill>
                  <a:srgbClr val="888888"/>
                </a:solidFill>
                <a:latin typeface="Arial"/>
              </a:rPr>
              <a:t>   (8 icons)</a:t>
            </a:r>
          </a:p>
        </p:txBody>
      </p:sp>
      <p:pic>
        <p:nvPicPr>
          <p:cNvPr id="3" name="Picture 2" descr="Border crossi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799" y="91440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Border crossing</a:t>
            </a:r>
          </a:p>
        </p:txBody>
      </p:sp>
      <p:pic>
        <p:nvPicPr>
          <p:cNvPr id="5" name="Picture 4" descr="Checkpoin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37359" y="914400"/>
            <a:ext cx="502918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3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Checkpoint</a:t>
            </a:r>
          </a:p>
        </p:txBody>
      </p:sp>
      <p:pic>
        <p:nvPicPr>
          <p:cNvPr id="7" name="Picture 6" descr="Earthmoun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:svgBlip xmlns:ns2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88919" y="1029652"/>
            <a:ext cx="502920" cy="2724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1460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Earthmound</a:t>
            </a:r>
          </a:p>
        </p:txBody>
      </p:sp>
      <p:pic>
        <p:nvPicPr>
          <p:cNvPr id="9" name="Picture 8" descr="Military gat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xmlns:ns3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0479" y="1019175"/>
            <a:ext cx="502920" cy="2933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Military gate</a:t>
            </a:r>
          </a:p>
        </p:txBody>
      </p:sp>
      <p:pic>
        <p:nvPicPr>
          <p:cNvPr id="11" name="Picture 10" descr="Observation towe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:svgBlip xmlns:ns4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54905" y="914400"/>
            <a:ext cx="377189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772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Observation tower</a:t>
            </a:r>
          </a:p>
        </p:txBody>
      </p:sp>
      <p:pic>
        <p:nvPicPr>
          <p:cNvPr id="13" name="Picture 12" descr="Physical closur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5:svgBlip xmlns:ns5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43599" y="914400"/>
            <a:ext cx="502920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Physical closure</a:t>
            </a:r>
          </a:p>
        </p:txBody>
      </p:sp>
      <p:pic>
        <p:nvPicPr>
          <p:cNvPr id="15" name="Picture 14" descr="Road barrie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6:svgBlip xmlns:ns6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95159" y="1008697"/>
            <a:ext cx="502920" cy="3143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2084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Road barrier</a:t>
            </a:r>
          </a:p>
        </p:txBody>
      </p:sp>
      <p:pic>
        <p:nvPicPr>
          <p:cNvPr id="17" name="Picture 16" descr="Roadblock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7:svgBlip xmlns:ns7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46718" y="1029652"/>
            <a:ext cx="502920" cy="27241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39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Roadblock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11368735" cy="41148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  Damage</a:t>
            </a:r>
            <a:r>
              <a:rPr sz="900" b="0">
                <a:solidFill>
                  <a:srgbClr val="888888"/>
                </a:solidFill>
                <a:latin typeface="Arial"/>
              </a:rPr>
              <a:t>   (30 icons)</a:t>
            </a:r>
          </a:p>
        </p:txBody>
      </p:sp>
      <p:pic>
        <p:nvPicPr>
          <p:cNvPr id="3" name="Picture 2" descr="Airport affect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914400"/>
            <a:ext cx="502919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Airport affected</a:t>
            </a:r>
          </a:p>
        </p:txBody>
      </p:sp>
      <p:pic>
        <p:nvPicPr>
          <p:cNvPr id="5" name="Picture 4" descr="Airport destroy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37359" y="914400"/>
            <a:ext cx="502919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3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Airport destroyed</a:t>
            </a:r>
          </a:p>
        </p:txBody>
      </p:sp>
      <p:pic>
        <p:nvPicPr>
          <p:cNvPr id="7" name="Picture 6" descr="Airport not affect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:svgBlip xmlns:ns2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88920" y="914400"/>
            <a:ext cx="502919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1460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Airport not affected</a:t>
            </a:r>
          </a:p>
        </p:txBody>
      </p:sp>
      <p:pic>
        <p:nvPicPr>
          <p:cNvPr id="9" name="Picture 8" descr="Bridge affect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xmlns:ns3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0479" y="914400"/>
            <a:ext cx="50292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Bridge affected</a:t>
            </a:r>
          </a:p>
        </p:txBody>
      </p:sp>
      <p:pic>
        <p:nvPicPr>
          <p:cNvPr id="11" name="Picture 10" descr="Bridge destroy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:svgBlip xmlns:ns4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92039" y="914400"/>
            <a:ext cx="502920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772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Bridge destroyed</a:t>
            </a:r>
          </a:p>
        </p:txBody>
      </p:sp>
      <p:pic>
        <p:nvPicPr>
          <p:cNvPr id="13" name="Picture 12" descr="Bridge not affect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5:svgBlip xmlns:ns5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43599" y="914400"/>
            <a:ext cx="502920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Bridge not affected</a:t>
            </a:r>
          </a:p>
        </p:txBody>
      </p:sp>
      <p:pic>
        <p:nvPicPr>
          <p:cNvPr id="15" name="Picture 14" descr="Building facility affect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6:svgBlip xmlns:ns6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95159" y="914400"/>
            <a:ext cx="502920" cy="502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2084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Building facility a…</a:t>
            </a:r>
          </a:p>
        </p:txBody>
      </p:sp>
      <p:pic>
        <p:nvPicPr>
          <p:cNvPr id="17" name="Picture 16" descr="Building facility destroy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7:svgBlip xmlns:ns7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46718" y="914400"/>
            <a:ext cx="502920" cy="502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39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Building facility d…</a:t>
            </a:r>
          </a:p>
        </p:txBody>
      </p:sp>
      <p:pic>
        <p:nvPicPr>
          <p:cNvPr id="19" name="Picture 18" descr="Building facility not affect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8:svgBlip xmlns:ns8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98278" y="914400"/>
            <a:ext cx="502920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2395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Building facility n…</a:t>
            </a:r>
          </a:p>
        </p:txBody>
      </p:sp>
      <p:pic>
        <p:nvPicPr>
          <p:cNvPr id="21" name="Picture 20" descr="Damaged affect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9:svgBlip xmlns:ns9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49838" y="914400"/>
            <a:ext cx="502920" cy="502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7551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Damaged affected</a:t>
            </a:r>
          </a:p>
        </p:txBody>
      </p:sp>
      <p:pic>
        <p:nvPicPr>
          <p:cNvPr id="23" name="Picture 22" descr="Destroy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0:svgBlip xmlns:ns10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5799" y="1783080"/>
            <a:ext cx="502920" cy="502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Destroyed</a:t>
            </a:r>
          </a:p>
        </p:txBody>
      </p:sp>
      <p:pic>
        <p:nvPicPr>
          <p:cNvPr id="25" name="Picture 24" descr="Health facility affect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1:svgBlip xmlns:ns11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37358" y="1783080"/>
            <a:ext cx="502920" cy="5029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6303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Health facility aff…</a:t>
            </a:r>
          </a:p>
        </p:txBody>
      </p:sp>
      <p:pic>
        <p:nvPicPr>
          <p:cNvPr id="27" name="Picture 26" descr="Health facility destroy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2:svgBlip xmlns:ns12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88919" y="1783080"/>
            <a:ext cx="502920" cy="5029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51460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Health facility des…</a:t>
            </a:r>
          </a:p>
        </p:txBody>
      </p:sp>
      <p:pic>
        <p:nvPicPr>
          <p:cNvPr id="29" name="Picture 28" descr="Health facility not affect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3:svgBlip xmlns:ns13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40479" y="1783080"/>
            <a:ext cx="502920" cy="5029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56616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Health facility not…</a:t>
            </a:r>
          </a:p>
        </p:txBody>
      </p:sp>
      <p:pic>
        <p:nvPicPr>
          <p:cNvPr id="31" name="Picture 30" descr="House affect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4:svgBlip xmlns:ns14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892039" y="1783080"/>
            <a:ext cx="502920" cy="5029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1772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House affected</a:t>
            </a:r>
          </a:p>
        </p:txBody>
      </p:sp>
      <p:pic>
        <p:nvPicPr>
          <p:cNvPr id="33" name="Picture 32" descr="House destroy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5:svgBlip xmlns:ns15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943599" y="1783080"/>
            <a:ext cx="502920" cy="5029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66928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House destroyed</a:t>
            </a:r>
          </a:p>
        </p:txBody>
      </p:sp>
      <p:pic>
        <p:nvPicPr>
          <p:cNvPr id="35" name="Picture 34" descr="House not affect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6:svgBlip xmlns:ns16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995159" y="1783080"/>
            <a:ext cx="502920" cy="5029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72084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House not affected</a:t>
            </a:r>
          </a:p>
        </p:txBody>
      </p:sp>
      <p:pic>
        <p:nvPicPr>
          <p:cNvPr id="37" name="Picture 36" descr="Not affect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7:svgBlip xmlns:ns17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046718" y="1783080"/>
            <a:ext cx="502920" cy="5029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77239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Not affected</a:t>
            </a:r>
          </a:p>
        </p:txBody>
      </p:sp>
      <p:pic>
        <p:nvPicPr>
          <p:cNvPr id="39" name="Picture 38" descr="Port affect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8:svgBlip xmlns:ns18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098278" y="1783080"/>
            <a:ext cx="502920" cy="5029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82395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Port affected</a:t>
            </a:r>
          </a:p>
        </p:txBody>
      </p:sp>
      <p:pic>
        <p:nvPicPr>
          <p:cNvPr id="41" name="Picture 40" descr="Port destroy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9:svgBlip xmlns:ns19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149838" y="1783080"/>
            <a:ext cx="502920" cy="5029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87551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Port destroyed</a:t>
            </a:r>
          </a:p>
        </p:txBody>
      </p:sp>
      <p:pic>
        <p:nvPicPr>
          <p:cNvPr id="43" name="Picture 42" descr="Port not affect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0:svgBlip xmlns:ns20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85799" y="2651760"/>
            <a:ext cx="502920" cy="50292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1148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Port not affected</a:t>
            </a:r>
          </a:p>
        </p:txBody>
      </p:sp>
      <p:pic>
        <p:nvPicPr>
          <p:cNvPr id="45" name="Picture 44" descr="Power electricity affect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1:svgBlip xmlns:ns21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737358" y="2651760"/>
            <a:ext cx="502920" cy="50292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463039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Power electricity a…</a:t>
            </a:r>
          </a:p>
        </p:txBody>
      </p:sp>
      <p:pic>
        <p:nvPicPr>
          <p:cNvPr id="47" name="Picture 46" descr="Power electricity not affect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2:svgBlip xmlns:ns22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788919" y="2651760"/>
            <a:ext cx="502920" cy="50292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51460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Power electricity n…</a:t>
            </a:r>
          </a:p>
        </p:txBody>
      </p:sp>
      <p:pic>
        <p:nvPicPr>
          <p:cNvPr id="49" name="Picture 48" descr="Power outag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3:svgBlip xmlns:ns23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840479" y="2651760"/>
            <a:ext cx="502920" cy="50292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356616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Power outage</a:t>
            </a:r>
          </a:p>
        </p:txBody>
      </p:sp>
      <p:pic>
        <p:nvPicPr>
          <p:cNvPr id="51" name="Picture 50" descr="Road affect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4:svgBlip xmlns:ns24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892039" y="2651760"/>
            <a:ext cx="502920" cy="50292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61772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Road affected</a:t>
            </a:r>
          </a:p>
        </p:txBody>
      </p:sp>
      <p:pic>
        <p:nvPicPr>
          <p:cNvPr id="53" name="Picture 52" descr="Road destroy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5:svgBlip xmlns:ns25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943599" y="2651760"/>
            <a:ext cx="502920" cy="50292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66928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Road destroyed</a:t>
            </a:r>
          </a:p>
        </p:txBody>
      </p:sp>
      <p:pic>
        <p:nvPicPr>
          <p:cNvPr id="55" name="Picture 54" descr="Road not affect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6:svgBlip xmlns:ns26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995159" y="2651760"/>
            <a:ext cx="502920" cy="50292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72084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Road not affected</a:t>
            </a:r>
          </a:p>
        </p:txBody>
      </p:sp>
      <p:pic>
        <p:nvPicPr>
          <p:cNvPr id="57" name="Picture 56" descr="School affect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7:svgBlip xmlns:ns27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046718" y="2651760"/>
            <a:ext cx="502920" cy="50292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772399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School affected</a:t>
            </a:r>
          </a:p>
        </p:txBody>
      </p:sp>
      <p:pic>
        <p:nvPicPr>
          <p:cNvPr id="59" name="Picture 58" descr="School destroy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8:svgBlip xmlns:ns28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098278" y="2651760"/>
            <a:ext cx="502920" cy="50292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823959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School destroyed</a:t>
            </a:r>
          </a:p>
        </p:txBody>
      </p:sp>
      <p:pic>
        <p:nvPicPr>
          <p:cNvPr id="61" name="Picture 60" descr="School not affect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9:svgBlip xmlns:ns29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0149838" y="2651760"/>
            <a:ext cx="502920" cy="50292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9875519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School not affected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11368735" cy="41148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  General infrastructure</a:t>
            </a:r>
            <a:r>
              <a:rPr sz="900" b="0">
                <a:solidFill>
                  <a:srgbClr val="888888"/>
                </a:solidFill>
                <a:latin typeface="Arial"/>
              </a:rPr>
              <a:t>   (28 icons)</a:t>
            </a:r>
          </a:p>
        </p:txBody>
      </p:sp>
      <p:pic>
        <p:nvPicPr>
          <p:cNvPr id="3" name="Picture 2" descr="Assembly poin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799" y="91440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Assembly point</a:t>
            </a:r>
          </a:p>
        </p:txBody>
      </p:sp>
      <p:pic>
        <p:nvPicPr>
          <p:cNvPr id="5" name="Picture 4" descr="Buddhist templ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37358" y="914400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3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Buddhist temple</a:t>
            </a:r>
          </a:p>
        </p:txBody>
      </p:sp>
      <p:pic>
        <p:nvPicPr>
          <p:cNvPr id="7" name="Picture 6" descr="Buildi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:svgBlip xmlns:ns2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72739" y="914400"/>
            <a:ext cx="335280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1460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Building</a:t>
            </a:r>
          </a:p>
        </p:txBody>
      </p:sp>
      <p:pic>
        <p:nvPicPr>
          <p:cNvPr id="9" name="Picture 8" descr="Church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xmlns:ns3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0479" y="914400"/>
            <a:ext cx="50292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Church</a:t>
            </a:r>
          </a:p>
        </p:txBody>
      </p:sp>
      <p:pic>
        <p:nvPicPr>
          <p:cNvPr id="11" name="Picture 10" descr="Clinic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:svgBlip xmlns:ns4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75859" y="914400"/>
            <a:ext cx="335280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772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Clinic</a:t>
            </a:r>
          </a:p>
        </p:txBody>
      </p:sp>
      <p:pic>
        <p:nvPicPr>
          <p:cNvPr id="13" name="Picture 12" descr="Community buildi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5:svgBlip xmlns:ns5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27419" y="914400"/>
            <a:ext cx="335280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Community building</a:t>
            </a:r>
          </a:p>
        </p:txBody>
      </p:sp>
      <p:pic>
        <p:nvPicPr>
          <p:cNvPr id="15" name="Picture 14" descr="Country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6:svgBlip xmlns:ns6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21353" y="914400"/>
            <a:ext cx="450532" cy="502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2084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Country</a:t>
            </a:r>
          </a:p>
        </p:txBody>
      </p:sp>
      <p:pic>
        <p:nvPicPr>
          <p:cNvPr id="17" name="Picture 16" descr="Diplomatic miss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7:svgBlip xmlns:ns7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46718" y="914400"/>
            <a:ext cx="502920" cy="502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39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Diplomatic mission</a:t>
            </a:r>
          </a:p>
        </p:txBody>
      </p:sp>
      <p:pic>
        <p:nvPicPr>
          <p:cNvPr id="19" name="Picture 18" descr="Distribution sit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8:svgBlip xmlns:ns8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82098" y="914400"/>
            <a:ext cx="335280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2395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Distribution site</a:t>
            </a:r>
          </a:p>
        </p:txBody>
      </p:sp>
      <p:pic>
        <p:nvPicPr>
          <p:cNvPr id="21" name="Picture 20" descr="Food warehous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9:svgBlip xmlns:ns9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233658" y="914400"/>
            <a:ext cx="335280" cy="502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7551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Food warehouse</a:t>
            </a:r>
          </a:p>
        </p:txBody>
      </p:sp>
      <p:pic>
        <p:nvPicPr>
          <p:cNvPr id="23" name="Picture 22" descr="Government offic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0:svgBlip xmlns:ns10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5799" y="1783080"/>
            <a:ext cx="502920" cy="502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Government office</a:t>
            </a:r>
          </a:p>
        </p:txBody>
      </p:sp>
      <p:pic>
        <p:nvPicPr>
          <p:cNvPr id="25" name="Picture 24" descr="Health facility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1:svgBlip xmlns:ns11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83079" y="1783080"/>
            <a:ext cx="411479" cy="5029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6303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Health facility</a:t>
            </a:r>
          </a:p>
        </p:txBody>
      </p:sp>
      <p:pic>
        <p:nvPicPr>
          <p:cNvPr id="27" name="Picture 26" descr="Health pos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2:svgBlip xmlns:ns12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88919" y="1783080"/>
            <a:ext cx="502920" cy="5029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51460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Health post</a:t>
            </a:r>
          </a:p>
        </p:txBody>
      </p:sp>
      <p:pic>
        <p:nvPicPr>
          <p:cNvPr id="29" name="Picture 28" descr="Hindu templ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3:svgBlip xmlns:ns13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40479" y="1783080"/>
            <a:ext cx="502920" cy="5029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56616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Hindu temple</a:t>
            </a:r>
          </a:p>
        </p:txBody>
      </p:sp>
      <p:pic>
        <p:nvPicPr>
          <p:cNvPr id="31" name="Picture 30" descr="Hospital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4:svgBlip xmlns:ns14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975859" y="1783080"/>
            <a:ext cx="335280" cy="5029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1772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Hospital</a:t>
            </a:r>
          </a:p>
        </p:txBody>
      </p:sp>
      <p:pic>
        <p:nvPicPr>
          <p:cNvPr id="33" name="Picture 32" descr="Hotel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5:svgBlip xmlns:ns15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027419" y="1783080"/>
            <a:ext cx="335280" cy="5029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66928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Hotel</a:t>
            </a:r>
          </a:p>
        </p:txBody>
      </p:sp>
      <p:pic>
        <p:nvPicPr>
          <p:cNvPr id="35" name="Picture 34" descr="Hous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6:svgBlip xmlns:ns16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040880" y="1783080"/>
            <a:ext cx="411479" cy="5029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72084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House</a:t>
            </a:r>
          </a:p>
        </p:txBody>
      </p:sp>
      <p:pic>
        <p:nvPicPr>
          <p:cNvPr id="37" name="Picture 36" descr="Infrastructur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7:svgBlip xmlns:ns17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046718" y="1783080"/>
            <a:ext cx="502920" cy="5029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77239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Infrastructure</a:t>
            </a:r>
          </a:p>
        </p:txBody>
      </p:sp>
      <p:pic>
        <p:nvPicPr>
          <p:cNvPr id="39" name="Picture 38" descr="Marke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8:svgBlip xmlns:ns18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098278" y="1819751"/>
            <a:ext cx="502920" cy="42957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82395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Market</a:t>
            </a:r>
          </a:p>
        </p:txBody>
      </p:sp>
      <p:pic>
        <p:nvPicPr>
          <p:cNvPr id="41" name="Picture 40" descr="Mobile clinic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9:svgBlip xmlns:ns19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149838" y="1877377"/>
            <a:ext cx="502920" cy="31432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87551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Mobile clinic</a:t>
            </a:r>
          </a:p>
        </p:txBody>
      </p:sp>
      <p:pic>
        <p:nvPicPr>
          <p:cNvPr id="43" name="Picture 42" descr="Mosqu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0:svgBlip xmlns:ns20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85800" y="2651760"/>
            <a:ext cx="502919" cy="50292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1148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Mosque</a:t>
            </a:r>
          </a:p>
        </p:txBody>
      </p:sp>
      <p:pic>
        <p:nvPicPr>
          <p:cNvPr id="45" name="Picture 44" descr="NGO offic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1:svgBlip xmlns:ns21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821178" y="2651760"/>
            <a:ext cx="335280" cy="50292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463039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NGO office</a:t>
            </a:r>
          </a:p>
        </p:txBody>
      </p:sp>
      <p:pic>
        <p:nvPicPr>
          <p:cNvPr id="47" name="Picture 46" descr="Oil facility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2:svgBlip xmlns:ns22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788919" y="2653103"/>
            <a:ext cx="502920" cy="50023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51460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Oil facility</a:t>
            </a:r>
          </a:p>
        </p:txBody>
      </p:sp>
      <p:pic>
        <p:nvPicPr>
          <p:cNvPr id="49" name="Picture 48" descr="Police stat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3:svgBlip xmlns:ns23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924299" y="2651760"/>
            <a:ext cx="335280" cy="50292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356616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Police station</a:t>
            </a:r>
          </a:p>
        </p:txBody>
      </p:sp>
      <p:pic>
        <p:nvPicPr>
          <p:cNvPr id="51" name="Picture 50" descr="Power electricity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4:svgBlip xmlns:ns24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007292" y="2651760"/>
            <a:ext cx="272415" cy="50292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61772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Power electricity</a:t>
            </a:r>
          </a:p>
        </p:txBody>
      </p:sp>
      <p:pic>
        <p:nvPicPr>
          <p:cNvPr id="53" name="Picture 52" descr="School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5:svgBlip xmlns:ns25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943599" y="2651760"/>
            <a:ext cx="502920" cy="50292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66928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School</a:t>
            </a:r>
          </a:p>
        </p:txBody>
      </p:sp>
      <p:pic>
        <p:nvPicPr>
          <p:cNvPr id="55" name="Picture 54" descr="UN compound offic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6:svgBlip xmlns:ns26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078979" y="2651760"/>
            <a:ext cx="335280" cy="50292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72084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UN compound office</a:t>
            </a:r>
          </a:p>
        </p:txBody>
      </p:sp>
      <p:pic>
        <p:nvPicPr>
          <p:cNvPr id="57" name="Picture 56" descr="University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7:svgBlip xmlns:ns27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046718" y="2651772"/>
            <a:ext cx="502920" cy="50289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772399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University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11368735" cy="41148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  Logistics</a:t>
            </a:r>
            <a:r>
              <a:rPr sz="900" b="0">
                <a:solidFill>
                  <a:srgbClr val="888888"/>
                </a:solidFill>
                <a:latin typeface="Arial"/>
              </a:rPr>
              <a:t>   (17 icons)</a:t>
            </a:r>
          </a:p>
        </p:txBody>
      </p:sp>
      <p:pic>
        <p:nvPicPr>
          <p:cNvPr id="3" name="Picture 2" descr="Airpor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799" y="91440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Airport</a:t>
            </a:r>
          </a:p>
        </p:txBody>
      </p:sp>
      <p:pic>
        <p:nvPicPr>
          <p:cNvPr id="5" name="Picture 4" descr="Airport military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37359" y="914400"/>
            <a:ext cx="502918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3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Airport military</a:t>
            </a:r>
          </a:p>
        </p:txBody>
      </p:sp>
      <p:pic>
        <p:nvPicPr>
          <p:cNvPr id="7" name="Picture 6" descr="Boa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:svgBlip xmlns:ns2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88919" y="914401"/>
            <a:ext cx="502920" cy="5029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1460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Boat</a:t>
            </a:r>
          </a:p>
        </p:txBody>
      </p:sp>
      <p:pic>
        <p:nvPicPr>
          <p:cNvPr id="9" name="Picture 8" descr="Bridg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xmlns:ns3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0479" y="940593"/>
            <a:ext cx="502920" cy="4505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Bridge</a:t>
            </a:r>
          </a:p>
        </p:txBody>
      </p:sp>
      <p:pic>
        <p:nvPicPr>
          <p:cNvPr id="11" name="Picture 10" descr="Bus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:svgBlip xmlns:ns4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92039" y="914400"/>
            <a:ext cx="502920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772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Bus</a:t>
            </a:r>
          </a:p>
        </p:txBody>
      </p:sp>
      <p:pic>
        <p:nvPicPr>
          <p:cNvPr id="13" name="Picture 12" descr="Ca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5:svgBlip xmlns:ns5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43599" y="951071"/>
            <a:ext cx="502920" cy="42957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Car</a:t>
            </a:r>
          </a:p>
        </p:txBody>
      </p:sp>
      <p:pic>
        <p:nvPicPr>
          <p:cNvPr id="15" name="Picture 14" descr="Ferry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6:svgBlip xmlns:ns6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95159" y="914400"/>
            <a:ext cx="502920" cy="502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2084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Ferry</a:t>
            </a:r>
          </a:p>
        </p:txBody>
      </p:sp>
      <p:pic>
        <p:nvPicPr>
          <p:cNvPr id="17" name="Picture 16" descr="Gas stat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7:svgBlip xmlns:ns7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67725" y="914400"/>
            <a:ext cx="460907" cy="502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39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Gas station</a:t>
            </a:r>
          </a:p>
        </p:txBody>
      </p:sp>
      <p:pic>
        <p:nvPicPr>
          <p:cNvPr id="19" name="Picture 18" descr="Helicopte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8:svgBlip xmlns:ns8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98278" y="982503"/>
            <a:ext cx="502920" cy="36671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2395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Helicopter</a:t>
            </a:r>
          </a:p>
        </p:txBody>
      </p:sp>
      <p:pic>
        <p:nvPicPr>
          <p:cNvPr id="21" name="Picture 20" descr="Helipa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9:svgBlip xmlns:ns9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49838" y="914400"/>
            <a:ext cx="502920" cy="502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7551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Helipad</a:t>
            </a:r>
          </a:p>
        </p:txBody>
      </p:sp>
      <p:pic>
        <p:nvPicPr>
          <p:cNvPr id="23" name="Picture 22" descr="Por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0:svgBlip xmlns:ns10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8187" y="1783080"/>
            <a:ext cx="398145" cy="502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Port</a:t>
            </a:r>
          </a:p>
        </p:txBody>
      </p:sp>
      <p:pic>
        <p:nvPicPr>
          <p:cNvPr id="25" name="Picture 24" descr="Roa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1:svgBlip xmlns:ns11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821178" y="1783080"/>
            <a:ext cx="335280" cy="5029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6303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Road</a:t>
            </a:r>
          </a:p>
        </p:txBody>
      </p:sp>
      <p:pic>
        <p:nvPicPr>
          <p:cNvPr id="27" name="Picture 26" descr="Ship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2:svgBlip xmlns:ns12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88919" y="1783080"/>
            <a:ext cx="502920" cy="5029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51460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Ship</a:t>
            </a:r>
          </a:p>
        </p:txBody>
      </p:sp>
      <p:pic>
        <p:nvPicPr>
          <p:cNvPr id="29" name="Picture 28" descr="Trai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3:svgBlip xmlns:ns13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903344" y="1783080"/>
            <a:ext cx="377190" cy="5029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56616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Train</a:t>
            </a:r>
          </a:p>
        </p:txBody>
      </p:sp>
      <p:pic>
        <p:nvPicPr>
          <p:cNvPr id="31" name="Picture 30" descr="Truck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4:svgBlip xmlns:ns14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933949" y="1783080"/>
            <a:ext cx="419100" cy="5029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1772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Truck</a:t>
            </a:r>
          </a:p>
        </p:txBody>
      </p:sp>
      <p:pic>
        <p:nvPicPr>
          <p:cNvPr id="33" name="Picture 32" descr="Tunnel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5:svgBlip xmlns:ns15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943599" y="1804034"/>
            <a:ext cx="502920" cy="46101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66928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Tunnel</a:t>
            </a:r>
          </a:p>
        </p:txBody>
      </p:sp>
      <p:pic>
        <p:nvPicPr>
          <p:cNvPr id="35" name="Picture 34" descr="UN vehicl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6:svgBlip xmlns:ns16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995159" y="1887855"/>
            <a:ext cx="502920" cy="29337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72084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UN vehicle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11368735" cy="41148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  Telecommunications and technology</a:t>
            </a:r>
            <a:r>
              <a:rPr sz="900" b="0">
                <a:solidFill>
                  <a:srgbClr val="888888"/>
                </a:solidFill>
                <a:latin typeface="Arial"/>
              </a:rPr>
              <a:t>   (14 icons)</a:t>
            </a:r>
          </a:p>
        </p:txBody>
      </p:sp>
      <p:pic>
        <p:nvPicPr>
          <p:cNvPr id="3" name="Picture 2" descr="Cell towe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799" y="914403"/>
            <a:ext cx="502920" cy="502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Cell tower</a:t>
            </a:r>
          </a:p>
        </p:txBody>
      </p:sp>
      <p:pic>
        <p:nvPicPr>
          <p:cNvPr id="5" name="Picture 4" descr="Compute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37619" y="914400"/>
            <a:ext cx="502398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3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Computer</a:t>
            </a:r>
          </a:p>
        </p:txBody>
      </p:sp>
      <p:pic>
        <p:nvPicPr>
          <p:cNvPr id="7" name="Picture 6" descr="E-mail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:svgBlip xmlns:ns2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88919" y="1008697"/>
            <a:ext cx="502920" cy="3143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1460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E-mail</a:t>
            </a:r>
          </a:p>
        </p:txBody>
      </p:sp>
      <p:pic>
        <p:nvPicPr>
          <p:cNvPr id="9" name="Picture 8" descr="Fax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xmlns:ns3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0479" y="935354"/>
            <a:ext cx="502920" cy="4610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Fax</a:t>
            </a:r>
          </a:p>
        </p:txBody>
      </p:sp>
      <p:pic>
        <p:nvPicPr>
          <p:cNvPr id="11" name="Picture 10" descr="Interne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:svgBlip xmlns:ns4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92039" y="935340"/>
            <a:ext cx="502920" cy="4610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772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Internet</a:t>
            </a:r>
          </a:p>
        </p:txBody>
      </p:sp>
      <p:pic>
        <p:nvPicPr>
          <p:cNvPr id="13" name="Picture 12" descr="Laptop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5:svgBlip xmlns:ns5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43599" y="992981"/>
            <a:ext cx="502920" cy="34575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Laptop</a:t>
            </a:r>
          </a:p>
        </p:txBody>
      </p:sp>
      <p:pic>
        <p:nvPicPr>
          <p:cNvPr id="15" name="Picture 14" descr="Mobile phon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6:svgBlip xmlns:ns6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10412" y="914400"/>
            <a:ext cx="272415" cy="502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2084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Mobile phone</a:t>
            </a:r>
          </a:p>
        </p:txBody>
      </p:sp>
      <p:pic>
        <p:nvPicPr>
          <p:cNvPr id="17" name="Picture 16" descr="Monit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7:svgBlip xmlns:ns7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46718" y="940593"/>
            <a:ext cx="502920" cy="4505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39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Monitor</a:t>
            </a:r>
          </a:p>
        </p:txBody>
      </p:sp>
      <p:pic>
        <p:nvPicPr>
          <p:cNvPr id="19" name="Picture 18" descr="Radio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8:svgBlip xmlns:ns8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98278" y="961547"/>
            <a:ext cx="502920" cy="4086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2395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Radio</a:t>
            </a:r>
          </a:p>
        </p:txBody>
      </p:sp>
      <p:pic>
        <p:nvPicPr>
          <p:cNvPr id="21" name="Picture 20" descr="Remote suppor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9:svgBlip xmlns:ns9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49838" y="914400"/>
            <a:ext cx="502920" cy="502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7551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Remote support</a:t>
            </a:r>
          </a:p>
        </p:txBody>
      </p:sp>
      <p:pic>
        <p:nvPicPr>
          <p:cNvPr id="23" name="Picture 22" descr="Satellite dish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0:svgBlip xmlns:ns10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5997" y="1783080"/>
            <a:ext cx="502525" cy="502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Satellite dish</a:t>
            </a:r>
          </a:p>
        </p:txBody>
      </p:sp>
      <p:pic>
        <p:nvPicPr>
          <p:cNvPr id="25" name="Picture 24" descr="Smartphon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1:svgBlip xmlns:ns11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842134" y="1783080"/>
            <a:ext cx="293370" cy="5029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6303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Smartphone</a:t>
            </a:r>
          </a:p>
        </p:txBody>
      </p:sp>
      <p:pic>
        <p:nvPicPr>
          <p:cNvPr id="27" name="Picture 26" descr="Walkie talki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2:svgBlip xmlns:ns12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935500" y="1783080"/>
            <a:ext cx="209759" cy="5029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51460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Walkie talkie</a:t>
            </a:r>
          </a:p>
        </p:txBody>
      </p:sp>
      <p:pic>
        <p:nvPicPr>
          <p:cNvPr id="29" name="Picture 28" descr="Work from hom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3:svgBlip xmlns:ns13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40740" y="1783080"/>
            <a:ext cx="502399" cy="5029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56616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Work from home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11368735" cy="41148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  UX UI</a:t>
            </a:r>
            <a:r>
              <a:rPr sz="900" b="0">
                <a:solidFill>
                  <a:srgbClr val="888888"/>
                </a:solidFill>
                <a:latin typeface="Arial"/>
              </a:rPr>
              <a:t>   (63 icons)</a:t>
            </a:r>
          </a:p>
        </p:txBody>
      </p:sp>
      <p:pic>
        <p:nvPicPr>
          <p:cNvPr id="3" name="Picture 2" descr="Abou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799" y="91440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About</a:t>
            </a:r>
          </a:p>
        </p:txBody>
      </p:sp>
      <p:pic>
        <p:nvPicPr>
          <p:cNvPr id="5" name="Picture 4" descr="Ad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37358" y="914400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3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Add</a:t>
            </a:r>
          </a:p>
        </p:txBody>
      </p:sp>
      <p:pic>
        <p:nvPicPr>
          <p:cNvPr id="7" name="Picture 6" descr="Add documen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:svgBlip xmlns:ns2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88919" y="935354"/>
            <a:ext cx="502920" cy="4610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1460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Add document</a:t>
            </a:r>
          </a:p>
        </p:txBody>
      </p:sp>
      <p:pic>
        <p:nvPicPr>
          <p:cNvPr id="9" name="Picture 8" descr="AI cha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xmlns:ns3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0479" y="960057"/>
            <a:ext cx="502920" cy="4116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AI chat</a:t>
            </a:r>
          </a:p>
        </p:txBody>
      </p:sp>
      <p:pic>
        <p:nvPicPr>
          <p:cNvPr id="11" name="Picture 10" descr="Aler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:svgBlip xmlns:ns4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92039" y="950999"/>
            <a:ext cx="502920" cy="4297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772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Alert</a:t>
            </a:r>
          </a:p>
        </p:txBody>
      </p:sp>
      <p:pic>
        <p:nvPicPr>
          <p:cNvPr id="13" name="Picture 12" descr="Apps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5:svgBlip xmlns:ns5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43599" y="914400"/>
            <a:ext cx="502920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Apps</a:t>
            </a:r>
          </a:p>
        </p:txBody>
      </p:sp>
      <p:pic>
        <p:nvPicPr>
          <p:cNvPr id="15" name="Picture 14" descr="Blo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6:svgBlip xmlns:ns6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06652" y="914400"/>
            <a:ext cx="479935" cy="502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2084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Blog</a:t>
            </a:r>
          </a:p>
        </p:txBody>
      </p:sp>
      <p:pic>
        <p:nvPicPr>
          <p:cNvPr id="17" name="Picture 16" descr="Bookmark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7:svgBlip xmlns:ns7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06590" y="914400"/>
            <a:ext cx="383177" cy="502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39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Bookmark</a:t>
            </a:r>
          </a:p>
        </p:txBody>
      </p:sp>
      <p:pic>
        <p:nvPicPr>
          <p:cNvPr id="19" name="Picture 18" descr="Cha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8:svgBlip xmlns:ns8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98278" y="956249"/>
            <a:ext cx="502920" cy="41922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2395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Chat</a:t>
            </a:r>
          </a:p>
        </p:txBody>
      </p:sp>
      <p:pic>
        <p:nvPicPr>
          <p:cNvPr id="21" name="Picture 20" descr="Checked mail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9:svgBlip xmlns:ns9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49838" y="966787"/>
            <a:ext cx="502920" cy="39814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7551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Checked mail</a:t>
            </a:r>
          </a:p>
        </p:txBody>
      </p:sp>
      <p:pic>
        <p:nvPicPr>
          <p:cNvPr id="23" name="Picture 22" descr="Copy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0:svgBlip xmlns:ns10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59142" y="1783080"/>
            <a:ext cx="356235" cy="502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Copy</a:t>
            </a:r>
          </a:p>
        </p:txBody>
      </p:sp>
      <p:pic>
        <p:nvPicPr>
          <p:cNvPr id="25" name="Picture 24" descr="CSV fil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1:svgBlip xmlns:ns11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37358" y="1851660"/>
            <a:ext cx="502920" cy="3657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6303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CSV file</a:t>
            </a:r>
          </a:p>
        </p:txBody>
      </p:sp>
      <p:pic>
        <p:nvPicPr>
          <p:cNvPr id="27" name="Picture 26" descr="Delete accoun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2:svgBlip xmlns:ns12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88919" y="1783080"/>
            <a:ext cx="502920" cy="5029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51460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Delete account</a:t>
            </a:r>
          </a:p>
        </p:txBody>
      </p:sp>
      <p:pic>
        <p:nvPicPr>
          <p:cNvPr id="29" name="Picture 28" descr="DOCX fil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3:svgBlip xmlns:ns13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40479" y="1851660"/>
            <a:ext cx="502920" cy="365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56616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DOCX file</a:t>
            </a:r>
          </a:p>
        </p:txBody>
      </p:sp>
      <p:pic>
        <p:nvPicPr>
          <p:cNvPr id="31" name="Picture 30" descr="Dow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4:svgBlip xmlns:ns14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892039" y="1887853"/>
            <a:ext cx="502920" cy="29337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1772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Down</a:t>
            </a:r>
          </a:p>
        </p:txBody>
      </p:sp>
      <p:pic>
        <p:nvPicPr>
          <p:cNvPr id="33" name="Picture 32" descr="Downloa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5:svgBlip xmlns:ns15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943599" y="1783080"/>
            <a:ext cx="502920" cy="5029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66928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Download</a:t>
            </a:r>
          </a:p>
        </p:txBody>
      </p:sp>
      <p:pic>
        <p:nvPicPr>
          <p:cNvPr id="35" name="Picture 34" descr="Edi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6:svgBlip xmlns:ns16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995159" y="1783080"/>
            <a:ext cx="502920" cy="5029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72084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Edit</a:t>
            </a:r>
          </a:p>
        </p:txBody>
      </p:sp>
      <p:pic>
        <p:nvPicPr>
          <p:cNvPr id="37" name="Picture 36" descr="Exit cancel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7:svgBlip xmlns:ns17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046718" y="1783082"/>
            <a:ext cx="502920" cy="50291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77239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Exit cancel</a:t>
            </a:r>
          </a:p>
        </p:txBody>
      </p:sp>
      <p:pic>
        <p:nvPicPr>
          <p:cNvPr id="39" name="Picture 38" descr="Expand dow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8:svgBlip xmlns:ns18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098280" y="1783080"/>
            <a:ext cx="502917" cy="5029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82395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Expand down</a:t>
            </a:r>
          </a:p>
        </p:txBody>
      </p:sp>
      <p:pic>
        <p:nvPicPr>
          <p:cNvPr id="41" name="Picture 40" descr="Expand lef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9:svgBlip xmlns:ns19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149838" y="1783081"/>
            <a:ext cx="502920" cy="50291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87551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Expand left</a:t>
            </a:r>
          </a:p>
        </p:txBody>
      </p:sp>
      <p:pic>
        <p:nvPicPr>
          <p:cNvPr id="43" name="Picture 42" descr="Expand righ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0:svgBlip xmlns:ns20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85799" y="2651761"/>
            <a:ext cx="502920" cy="50291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1148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Expand right</a:t>
            </a:r>
          </a:p>
        </p:txBody>
      </p:sp>
      <p:pic>
        <p:nvPicPr>
          <p:cNvPr id="45" name="Picture 44" descr="Expand up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1:svgBlip xmlns:ns21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737360" y="2651760"/>
            <a:ext cx="502917" cy="50292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463039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Expand up</a:t>
            </a:r>
          </a:p>
        </p:txBody>
      </p:sp>
      <p:pic>
        <p:nvPicPr>
          <p:cNvPr id="47" name="Picture 46" descr="Favourit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2:svgBlip xmlns:ns22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788919" y="2688431"/>
            <a:ext cx="502920" cy="42957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51460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Favourite</a:t>
            </a:r>
          </a:p>
        </p:txBody>
      </p:sp>
      <p:pic>
        <p:nvPicPr>
          <p:cNvPr id="49" name="Picture 48" descr="Filte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3:svgBlip xmlns:ns23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861434" y="2651760"/>
            <a:ext cx="461010" cy="50292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356616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Filter</a:t>
            </a:r>
          </a:p>
        </p:txBody>
      </p:sp>
      <p:pic>
        <p:nvPicPr>
          <p:cNvPr id="51" name="Picture 50" descr="Folde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4:svgBlip xmlns:ns24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892039" y="2697480"/>
            <a:ext cx="502920" cy="41148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61772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Folder</a:t>
            </a:r>
          </a:p>
        </p:txBody>
      </p:sp>
      <p:pic>
        <p:nvPicPr>
          <p:cNvPr id="53" name="Picture 52" descr="Go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5:svgBlip xmlns:ns25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048373" y="2651760"/>
            <a:ext cx="293373" cy="50292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66928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Go</a:t>
            </a:r>
          </a:p>
        </p:txBody>
      </p:sp>
      <p:pic>
        <p:nvPicPr>
          <p:cNvPr id="55" name="Picture 54" descr="Group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6:svgBlip xmlns:ns26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995159" y="2735580"/>
            <a:ext cx="502920" cy="33528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720840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Group</a:t>
            </a:r>
          </a:p>
        </p:txBody>
      </p:sp>
      <p:pic>
        <p:nvPicPr>
          <p:cNvPr id="57" name="Picture 56" descr="Help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7:svgBlip xmlns:ns27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151494" y="2651760"/>
            <a:ext cx="293370" cy="50292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772399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Help</a:t>
            </a:r>
          </a:p>
        </p:txBody>
      </p:sp>
      <p:pic>
        <p:nvPicPr>
          <p:cNvPr id="59" name="Picture 58" descr="Hidd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8:svgBlip xmlns:ns28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098278" y="2683191"/>
            <a:ext cx="502920" cy="440056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823959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Hidden</a:t>
            </a:r>
          </a:p>
        </p:txBody>
      </p:sp>
      <p:pic>
        <p:nvPicPr>
          <p:cNvPr id="61" name="Picture 60" descr="Link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9:svgBlip xmlns:ns29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0160163" y="2651760"/>
            <a:ext cx="482270" cy="50292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9875519" y="317296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Link</a:t>
            </a:r>
          </a:p>
        </p:txBody>
      </p:sp>
      <p:pic>
        <p:nvPicPr>
          <p:cNvPr id="63" name="Picture 62" descr="Menu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0:svgBlip xmlns:ns30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85799" y="3614737"/>
            <a:ext cx="502920" cy="314325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411480" y="404164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Menu</a:t>
            </a:r>
          </a:p>
        </p:txBody>
      </p:sp>
      <p:pic>
        <p:nvPicPr>
          <p:cNvPr id="65" name="Picture 64" descr="More options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1:svgBlip xmlns:ns31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936431" y="3520440"/>
            <a:ext cx="104775" cy="50292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463039" y="404164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More options</a:t>
            </a:r>
          </a:p>
        </p:txBody>
      </p:sp>
      <p:pic>
        <p:nvPicPr>
          <p:cNvPr id="67" name="Picture 66" descr="Next item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2:svgBlip xmlns:ns32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788919" y="3583305"/>
            <a:ext cx="502920" cy="377189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2514600" y="404164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Next item</a:t>
            </a:r>
          </a:p>
        </p:txBody>
      </p:sp>
      <p:pic>
        <p:nvPicPr>
          <p:cNvPr id="69" name="Picture 68" descr="Not secur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3:svgBlip xmlns:ns33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861434" y="3520440"/>
            <a:ext cx="461010" cy="50292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3566160" y="404164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Not secured</a:t>
            </a:r>
          </a:p>
        </p:txBody>
      </p:sp>
      <p:pic>
        <p:nvPicPr>
          <p:cNvPr id="71" name="Picture 70" descr="Notificat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4:svgBlip xmlns:ns34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4944427" y="3520440"/>
            <a:ext cx="398145" cy="50292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4617720" y="404164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Notification</a:t>
            </a:r>
          </a:p>
        </p:txBody>
      </p:sp>
      <p:pic>
        <p:nvPicPr>
          <p:cNvPr id="73" name="Picture 72" descr="Out of platform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5:svgBlip xmlns:ns35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5943599" y="3520440"/>
            <a:ext cx="502920" cy="50292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5669280" y="404164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Out of platform</a:t>
            </a:r>
          </a:p>
        </p:txBody>
      </p:sp>
      <p:pic>
        <p:nvPicPr>
          <p:cNvPr id="75" name="Picture 74" descr="Passwor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6:svgBlip xmlns:ns36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6995159" y="3541394"/>
            <a:ext cx="502920" cy="46101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720840" y="404164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Password</a:t>
            </a:r>
          </a:p>
        </p:txBody>
      </p:sp>
      <p:pic>
        <p:nvPicPr>
          <p:cNvPr id="77" name="Picture 76" descr="Paus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7:svgBlip xmlns:ns37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8046718" y="3520440"/>
            <a:ext cx="502920" cy="50292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7772399" y="404164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Pause</a:t>
            </a:r>
          </a:p>
        </p:txBody>
      </p:sp>
      <p:pic>
        <p:nvPicPr>
          <p:cNvPr id="79" name="Picture 78" descr="PDF fil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8:svgBlip xmlns:ns38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9098278" y="3589020"/>
            <a:ext cx="502920" cy="36576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8823959" y="404164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PDF file</a:t>
            </a:r>
          </a:p>
        </p:txBody>
      </p:sp>
      <p:pic>
        <p:nvPicPr>
          <p:cNvPr id="81" name="Picture 80" descr="Previous item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9:svgBlip xmlns:ns39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0149838" y="3583305"/>
            <a:ext cx="502920" cy="377189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9875519" y="404164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Previous item</a:t>
            </a:r>
          </a:p>
        </p:txBody>
      </p:sp>
      <p:pic>
        <p:nvPicPr>
          <p:cNvPr id="83" name="Picture 82" descr="Prin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0:svgBlip xmlns:ns40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685799" y="4420552"/>
            <a:ext cx="502920" cy="440055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411480" y="491032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Print</a:t>
            </a:r>
          </a:p>
        </p:txBody>
      </p:sp>
      <p:pic>
        <p:nvPicPr>
          <p:cNvPr id="85" name="Picture 84" descr="Remov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1:svgBlip xmlns:ns41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737358" y="4598629"/>
            <a:ext cx="502920" cy="83901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1463039" y="491032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Remove</a:t>
            </a:r>
          </a:p>
        </p:txBody>
      </p:sp>
      <p:pic>
        <p:nvPicPr>
          <p:cNvPr id="87" name="Picture 86" descr="Remove documen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2:svgBlip xmlns:ns42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2788919" y="4420552"/>
            <a:ext cx="502920" cy="440055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2514600" y="491032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Remove document</a:t>
            </a:r>
          </a:p>
        </p:txBody>
      </p:sp>
      <p:pic>
        <p:nvPicPr>
          <p:cNvPr id="89" name="Picture 88" descr="Retur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3:svgBlip xmlns:ns43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3945253" y="4389120"/>
            <a:ext cx="293373" cy="502920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3566160" y="491032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Return</a:t>
            </a:r>
          </a:p>
        </p:txBody>
      </p:sp>
      <p:pic>
        <p:nvPicPr>
          <p:cNvPr id="91" name="Picture 90" descr="Sav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4:svgBlip xmlns:ns44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4892039" y="4389121"/>
            <a:ext cx="502920" cy="502917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4617720" y="491032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Save</a:t>
            </a:r>
          </a:p>
        </p:txBody>
      </p:sp>
      <p:pic>
        <p:nvPicPr>
          <p:cNvPr id="93" name="Picture 92" descr="Search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5:svgBlip xmlns:ns45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5943599" y="4389120"/>
            <a:ext cx="502920" cy="502918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5669280" y="491032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Search</a:t>
            </a:r>
          </a:p>
        </p:txBody>
      </p:sp>
      <p:pic>
        <p:nvPicPr>
          <p:cNvPr id="95" name="Picture 94" descr="Secur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6:svgBlip xmlns:ns46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7016114" y="4389120"/>
            <a:ext cx="461010" cy="502920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6720840" y="491032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Secured</a:t>
            </a:r>
          </a:p>
        </p:txBody>
      </p:sp>
      <p:pic>
        <p:nvPicPr>
          <p:cNvPr id="97" name="Picture 96" descr="Security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7:svgBlip xmlns:ns47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8101531" y="4389120"/>
            <a:ext cx="393294" cy="502920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7772399" y="491032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Security</a:t>
            </a:r>
          </a:p>
        </p:txBody>
      </p:sp>
      <p:pic>
        <p:nvPicPr>
          <p:cNvPr id="99" name="Picture 98" descr="Se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8:svgBlip xmlns:ns48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9098278" y="4483417"/>
            <a:ext cx="502920" cy="314325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8823959" y="491032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See</a:t>
            </a:r>
          </a:p>
        </p:txBody>
      </p:sp>
      <p:pic>
        <p:nvPicPr>
          <p:cNvPr id="101" name="Picture 100" descr="Select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9:svgBlip xmlns:ns49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10149838" y="4446750"/>
            <a:ext cx="502920" cy="387659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9875519" y="491032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Selected</a:t>
            </a:r>
          </a:p>
        </p:txBody>
      </p:sp>
      <p:pic>
        <p:nvPicPr>
          <p:cNvPr id="103" name="Picture 102" descr="Settings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50:svgBlip xmlns:ns50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685799" y="5257800"/>
            <a:ext cx="502920" cy="502920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411480" y="57790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Settings</a:t>
            </a:r>
          </a:p>
        </p:txBody>
      </p:sp>
      <p:pic>
        <p:nvPicPr>
          <p:cNvPr id="105" name="Picture 104" descr="Shar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51:svgBlip xmlns:ns51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1737358" y="5320665"/>
            <a:ext cx="502920" cy="377190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1463039" y="57790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Share</a:t>
            </a:r>
          </a:p>
        </p:txBody>
      </p:sp>
      <p:pic>
        <p:nvPicPr>
          <p:cNvPr id="107" name="Picture 106" descr="Stop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52:svgBlip xmlns:ns52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2788919" y="5257800"/>
            <a:ext cx="502920" cy="502920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2514600" y="57790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Stop</a:t>
            </a:r>
          </a:p>
        </p:txBody>
      </p:sp>
      <p:pic>
        <p:nvPicPr>
          <p:cNvPr id="109" name="Picture 108" descr="Tim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53:svgBlip xmlns:ns53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3840479" y="5257800"/>
            <a:ext cx="502920" cy="502920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3566160" y="57790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Time</a:t>
            </a:r>
          </a:p>
        </p:txBody>
      </p:sp>
      <p:pic>
        <p:nvPicPr>
          <p:cNvPr id="111" name="Picture 110" descr="Trendi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54:svgBlip xmlns:ns54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4892039" y="5257802"/>
            <a:ext cx="502920" cy="502914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4617720" y="57790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Trending</a:t>
            </a:r>
          </a:p>
        </p:txBody>
      </p:sp>
      <p:pic>
        <p:nvPicPr>
          <p:cNvPr id="113" name="Picture 112" descr="Up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55:svgBlip xmlns:ns55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5943599" y="5362573"/>
            <a:ext cx="502920" cy="293373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5669280" y="57790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Up</a:t>
            </a:r>
          </a:p>
        </p:txBody>
      </p:sp>
      <p:pic>
        <p:nvPicPr>
          <p:cNvPr id="115" name="Picture 114" descr="Uploa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56:svgBlip xmlns:ns56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6995159" y="5257800"/>
            <a:ext cx="502920" cy="502920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6720840" y="57790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Upload</a:t>
            </a:r>
          </a:p>
        </p:txBody>
      </p:sp>
      <p:pic>
        <p:nvPicPr>
          <p:cNvPr id="117" name="Picture 116" descr="Use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57:svgBlip xmlns:ns57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103869" y="5257800"/>
            <a:ext cx="388619" cy="502920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7772399" y="57790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User</a:t>
            </a:r>
          </a:p>
        </p:txBody>
      </p:sp>
      <p:pic>
        <p:nvPicPr>
          <p:cNvPr id="119" name="Picture 118" descr="Users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58:svgBlip xmlns:ns58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9098278" y="5320665"/>
            <a:ext cx="502920" cy="377190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8823959" y="57790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Users</a:t>
            </a:r>
          </a:p>
        </p:txBody>
      </p:sp>
      <p:pic>
        <p:nvPicPr>
          <p:cNvPr id="121" name="Picture 120" descr="Validate accoun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59:svgBlip xmlns:ns59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10149838" y="5257800"/>
            <a:ext cx="502920" cy="502920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9875519" y="57790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Validate account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11368735" cy="41148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  UX UI (cont.)</a:t>
            </a:r>
            <a:r>
              <a:rPr sz="900" b="0">
                <a:solidFill>
                  <a:srgbClr val="888888"/>
                </a:solidFill>
                <a:latin typeface="Arial"/>
              </a:rPr>
              <a:t>   (63 icons)</a:t>
            </a:r>
          </a:p>
        </p:txBody>
      </p:sp>
      <p:pic>
        <p:nvPicPr>
          <p:cNvPr id="3" name="Picture 2" descr="Warning err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7306" y="914400"/>
            <a:ext cx="479907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Warning error</a:t>
            </a:r>
          </a:p>
        </p:txBody>
      </p:sp>
      <p:pic>
        <p:nvPicPr>
          <p:cNvPr id="5" name="Picture 4" descr="XLSX fil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37358" y="982980"/>
            <a:ext cx="502920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3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XLSX file</a:t>
            </a:r>
          </a:p>
        </p:txBody>
      </p:sp>
      <p:pic>
        <p:nvPicPr>
          <p:cNvPr id="7" name="Picture 6" descr="ZIP compress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:svgBlip xmlns:ns2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57499" y="914400"/>
            <a:ext cx="365760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1460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ZIP compressed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11368735" cy="41148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  Health</a:t>
            </a:r>
            <a:r>
              <a:rPr sz="900" b="0">
                <a:solidFill>
                  <a:srgbClr val="888888"/>
                </a:solidFill>
                <a:latin typeface="Arial"/>
              </a:rPr>
              <a:t>   (19 icons)</a:t>
            </a:r>
          </a:p>
        </p:txBody>
      </p:sp>
      <p:pic>
        <p:nvPicPr>
          <p:cNvPr id="3" name="Picture 2" descr="Bacteria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799" y="91440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Bacteria</a:t>
            </a:r>
          </a:p>
        </p:txBody>
      </p:sp>
      <p:pic>
        <p:nvPicPr>
          <p:cNvPr id="5" name="Picture 4" descr="Case managemen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78" y="914400"/>
            <a:ext cx="33528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3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Case management</a:t>
            </a:r>
          </a:p>
        </p:txBody>
      </p:sp>
      <p:pic>
        <p:nvPicPr>
          <p:cNvPr id="7" name="Picture 6" descr="COVID-1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:svgBlip xmlns:ns2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88919" y="914400"/>
            <a:ext cx="502920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1460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COVID-19</a:t>
            </a:r>
          </a:p>
        </p:txBody>
      </p:sp>
      <p:pic>
        <p:nvPicPr>
          <p:cNvPr id="9" name="Picture 8" descr="Doct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xmlns:ns3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34777" y="914400"/>
            <a:ext cx="314325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Doctor</a:t>
            </a:r>
          </a:p>
        </p:txBody>
      </p:sp>
      <p:pic>
        <p:nvPicPr>
          <p:cNvPr id="11" name="Picture 10" descr="Handwashi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:svgBlip xmlns:ns4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92039" y="914400"/>
            <a:ext cx="502920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772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Handwashing</a:t>
            </a:r>
          </a:p>
        </p:txBody>
      </p:sp>
      <p:pic>
        <p:nvPicPr>
          <p:cNvPr id="13" name="Picture 12" descr="Health worke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5:svgBlip xmlns:ns5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749" y="914400"/>
            <a:ext cx="388620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Health worker</a:t>
            </a:r>
          </a:p>
        </p:txBody>
      </p:sp>
      <p:pic>
        <p:nvPicPr>
          <p:cNvPr id="15" name="Picture 14" descr="Hospital b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6:svgBlip xmlns:ns6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95159" y="1008697"/>
            <a:ext cx="502920" cy="3143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2084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Hospital bed</a:t>
            </a:r>
          </a:p>
        </p:txBody>
      </p:sp>
      <p:pic>
        <p:nvPicPr>
          <p:cNvPr id="17" name="Picture 16" descr="Infect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7:svgBlip xmlns:ns7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04345" y="914400"/>
            <a:ext cx="387667" cy="502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39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Infected</a:t>
            </a:r>
          </a:p>
        </p:txBody>
      </p:sp>
      <p:pic>
        <p:nvPicPr>
          <p:cNvPr id="19" name="Picture 18" descr="Infection control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8:svgBlip xmlns:ns8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98278" y="914400"/>
            <a:ext cx="502920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2395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Infection control</a:t>
            </a:r>
          </a:p>
        </p:txBody>
      </p:sp>
      <p:pic>
        <p:nvPicPr>
          <p:cNvPr id="21" name="Picture 20" descr="Laboratory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9:svgBlip xmlns:ns9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50474" y="914400"/>
            <a:ext cx="501649" cy="502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7551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Laboratory</a:t>
            </a:r>
          </a:p>
        </p:txBody>
      </p:sp>
      <p:pic>
        <p:nvPicPr>
          <p:cNvPr id="23" name="Picture 22" descr="Life savi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0:svgBlip xmlns:ns10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5799" y="1783080"/>
            <a:ext cx="502920" cy="502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Life saving</a:t>
            </a:r>
          </a:p>
        </p:txBody>
      </p:sp>
      <p:pic>
        <p:nvPicPr>
          <p:cNvPr id="25" name="Picture 24" descr="Mask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1:svgBlip xmlns:ns11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37358" y="1840682"/>
            <a:ext cx="502920" cy="38771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6303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Mask</a:t>
            </a:r>
          </a:p>
        </p:txBody>
      </p:sp>
      <p:pic>
        <p:nvPicPr>
          <p:cNvPr id="27" name="Picture 26" descr="Not infect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2:svgBlip xmlns:ns12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872739" y="1783080"/>
            <a:ext cx="335280" cy="5029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51460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Not infected</a:t>
            </a:r>
          </a:p>
        </p:txBody>
      </p:sp>
      <p:pic>
        <p:nvPicPr>
          <p:cNvPr id="29" name="Picture 28" descr="Physical distanci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3:svgBlip xmlns:ns13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40480" y="1783080"/>
            <a:ext cx="502918" cy="5029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56616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Physical distancing</a:t>
            </a:r>
          </a:p>
        </p:txBody>
      </p:sp>
      <p:pic>
        <p:nvPicPr>
          <p:cNvPr id="31" name="Picture 30" descr="Respiratory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4:svgBlip xmlns:ns14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892039" y="1809273"/>
            <a:ext cx="502920" cy="45053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1772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Respiratory</a:t>
            </a:r>
          </a:p>
        </p:txBody>
      </p:sp>
      <p:pic>
        <p:nvPicPr>
          <p:cNvPr id="33" name="Picture 32" descr="Sanitize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5:svgBlip xmlns:ns15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064091" y="1783080"/>
            <a:ext cx="261937" cy="5029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66928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Sanitizer</a:t>
            </a:r>
          </a:p>
        </p:txBody>
      </p:sp>
      <p:pic>
        <p:nvPicPr>
          <p:cNvPr id="35" name="Picture 34" descr="Testi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6:svgBlip xmlns:ns16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026592" y="1783080"/>
            <a:ext cx="440055" cy="5029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720840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Testing</a:t>
            </a:r>
          </a:p>
        </p:txBody>
      </p:sp>
      <p:pic>
        <p:nvPicPr>
          <p:cNvPr id="37" name="Picture 36" descr="Ventilat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7:svgBlip xmlns:ns17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046718" y="1809926"/>
            <a:ext cx="502920" cy="44922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77239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Ventilator</a:t>
            </a:r>
          </a:p>
        </p:txBody>
      </p:sp>
      <p:pic>
        <p:nvPicPr>
          <p:cNvPr id="39" name="Picture 38" descr="Virus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8:svgBlip xmlns:ns18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098278" y="1783080"/>
            <a:ext cx="502920" cy="5029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823959" y="230428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Virus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11368735" cy="411480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 b="1">
                <a:solidFill>
                  <a:srgbClr val="333333"/>
                </a:solidFill>
                <a:latin typeface="Arial"/>
              </a:rPr>
              <a:t>  Lockdown</a:t>
            </a:r>
            <a:r>
              <a:rPr sz="900" b="0">
                <a:solidFill>
                  <a:srgbClr val="888888"/>
                </a:solidFill>
                <a:latin typeface="Arial"/>
              </a:rPr>
              <a:t>   (10 icons)</a:t>
            </a:r>
          </a:p>
        </p:txBody>
      </p:sp>
      <p:pic>
        <p:nvPicPr>
          <p:cNvPr id="3" name="Picture 2" descr="Airport clos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6" y="914400"/>
            <a:ext cx="502906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Airport closed</a:t>
            </a:r>
          </a:p>
        </p:txBody>
      </p:sp>
      <p:pic>
        <p:nvPicPr>
          <p:cNvPr id="5" name="Picture 4" descr="Border clos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37358" y="914400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3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Border closed</a:t>
            </a:r>
          </a:p>
        </p:txBody>
      </p:sp>
      <p:pic>
        <p:nvPicPr>
          <p:cNvPr id="7" name="Picture 6" descr="Bridge clos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:svgBlip xmlns:ns2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88919" y="914400"/>
            <a:ext cx="502920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1460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Bridge closed</a:t>
            </a:r>
          </a:p>
        </p:txBody>
      </p:sp>
      <p:pic>
        <p:nvPicPr>
          <p:cNvPr id="9" name="Picture 8" descr="Building clos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xmlns:ns3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0479" y="914400"/>
            <a:ext cx="50292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Building closed</a:t>
            </a:r>
          </a:p>
        </p:txBody>
      </p:sp>
      <p:pic>
        <p:nvPicPr>
          <p:cNvPr id="11" name="Picture 10" descr="House lockdow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:svgBlip xmlns:ns4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92039" y="914400"/>
            <a:ext cx="502920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772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House lockdown</a:t>
            </a:r>
          </a:p>
        </p:txBody>
      </p:sp>
      <p:pic>
        <p:nvPicPr>
          <p:cNvPr id="13" name="Picture 12" descr="Location lockdow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5:svgBlip xmlns:ns5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43599" y="914400"/>
            <a:ext cx="502920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Location lockdown</a:t>
            </a:r>
          </a:p>
        </p:txBody>
      </p:sp>
      <p:pic>
        <p:nvPicPr>
          <p:cNvPr id="15" name="Picture 14" descr="Market clos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6:svgBlip xmlns:ns6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95159" y="914400"/>
            <a:ext cx="502920" cy="502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20840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Market closed</a:t>
            </a:r>
          </a:p>
        </p:txBody>
      </p:sp>
      <p:pic>
        <p:nvPicPr>
          <p:cNvPr id="17" name="Picture 16" descr="Port clos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7:svgBlip xmlns:ns7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46718" y="914400"/>
            <a:ext cx="502920" cy="502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39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Port closed</a:t>
            </a:r>
          </a:p>
        </p:txBody>
      </p:sp>
      <p:pic>
        <p:nvPicPr>
          <p:cNvPr id="19" name="Picture 18" descr="Road clos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8:svgBlip xmlns:ns8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98278" y="914400"/>
            <a:ext cx="502920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2395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Road closed</a:t>
            </a:r>
          </a:p>
        </p:txBody>
      </p:sp>
      <p:pic>
        <p:nvPicPr>
          <p:cNvPr id="21" name="Picture 20" descr="School clos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9:svgBlip xmlns:ns9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49838" y="914400"/>
            <a:ext cx="502920" cy="502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75519" y="1435608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A4A4A"/>
                </a:solidFill>
                <a:latin typeface="Arial"/>
              </a:defRPr>
            </a:pPr>
            <a:r>
              <a:t>School closed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