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_svg1.svg" ContentType="image/svg+xml"/>
  <Override PartName="/ppt/media/image_svg10.svg" ContentType="image/svg+xml"/>
  <Override PartName="/ppt/media/image_svg100.svg" ContentType="image/svg+xml"/>
  <Override PartName="/ppt/media/image_svg101.svg" ContentType="image/svg+xml"/>
  <Override PartName="/ppt/media/image_svg102.svg" ContentType="image/svg+xml"/>
  <Override PartName="/ppt/media/image_svg103.svg" ContentType="image/svg+xml"/>
  <Override PartName="/ppt/media/image_svg104.svg" ContentType="image/svg+xml"/>
  <Override PartName="/ppt/media/image_svg105.svg" ContentType="image/svg+xml"/>
  <Override PartName="/ppt/media/image_svg106.svg" ContentType="image/svg+xml"/>
  <Override PartName="/ppt/media/image_svg107.svg" ContentType="image/svg+xml"/>
  <Override PartName="/ppt/media/image_svg108.svg" ContentType="image/svg+xml"/>
  <Override PartName="/ppt/media/image_svg109.svg" ContentType="image/svg+xml"/>
  <Override PartName="/ppt/media/image_svg11.svg" ContentType="image/svg+xml"/>
  <Override PartName="/ppt/media/image_svg110.svg" ContentType="image/svg+xml"/>
  <Override PartName="/ppt/media/image_svg111.svg" ContentType="image/svg+xml"/>
  <Override PartName="/ppt/media/image_svg112.svg" ContentType="image/svg+xml"/>
  <Override PartName="/ppt/media/image_svg113.svg" ContentType="image/svg+xml"/>
  <Override PartName="/ppt/media/image_svg114.svg" ContentType="image/svg+xml"/>
  <Override PartName="/ppt/media/image_svg115.svg" ContentType="image/svg+xml"/>
  <Override PartName="/ppt/media/image_svg116.svg" ContentType="image/svg+xml"/>
  <Override PartName="/ppt/media/image_svg117.svg" ContentType="image/svg+xml"/>
  <Override PartName="/ppt/media/image_svg118.svg" ContentType="image/svg+xml"/>
  <Override PartName="/ppt/media/image_svg119.svg" ContentType="image/svg+xml"/>
  <Override PartName="/ppt/media/image_svg12.svg" ContentType="image/svg+xml"/>
  <Override PartName="/ppt/media/image_svg120.svg" ContentType="image/svg+xml"/>
  <Override PartName="/ppt/media/image_svg121.svg" ContentType="image/svg+xml"/>
  <Override PartName="/ppt/media/image_svg122.svg" ContentType="image/svg+xml"/>
  <Override PartName="/ppt/media/image_svg123.svg" ContentType="image/svg+xml"/>
  <Override PartName="/ppt/media/image_svg124.svg" ContentType="image/svg+xml"/>
  <Override PartName="/ppt/media/image_svg125.svg" ContentType="image/svg+xml"/>
  <Override PartName="/ppt/media/image_svg126.svg" ContentType="image/svg+xml"/>
  <Override PartName="/ppt/media/image_svg127.svg" ContentType="image/svg+xml"/>
  <Override PartName="/ppt/media/image_svg128.svg" ContentType="image/svg+xml"/>
  <Override PartName="/ppt/media/image_svg129.svg" ContentType="image/svg+xml"/>
  <Override PartName="/ppt/media/image_svg13.svg" ContentType="image/svg+xml"/>
  <Override PartName="/ppt/media/image_svg130.svg" ContentType="image/svg+xml"/>
  <Override PartName="/ppt/media/image_svg131.svg" ContentType="image/svg+xml"/>
  <Override PartName="/ppt/media/image_svg132.svg" ContentType="image/svg+xml"/>
  <Override PartName="/ppt/media/image_svg133.svg" ContentType="image/svg+xml"/>
  <Override PartName="/ppt/media/image_svg134.svg" ContentType="image/svg+xml"/>
  <Override PartName="/ppt/media/image_svg135.svg" ContentType="image/svg+xml"/>
  <Override PartName="/ppt/media/image_svg136.svg" ContentType="image/svg+xml"/>
  <Override PartName="/ppt/media/image_svg137.svg" ContentType="image/svg+xml"/>
  <Override PartName="/ppt/media/image_svg138.svg" ContentType="image/svg+xml"/>
  <Override PartName="/ppt/media/image_svg139.svg" ContentType="image/svg+xml"/>
  <Override PartName="/ppt/media/image_svg14.svg" ContentType="image/svg+xml"/>
  <Override PartName="/ppt/media/image_svg140.svg" ContentType="image/svg+xml"/>
  <Override PartName="/ppt/media/image_svg141.svg" ContentType="image/svg+xml"/>
  <Override PartName="/ppt/media/image_svg142.svg" ContentType="image/svg+xml"/>
  <Override PartName="/ppt/media/image_svg143.svg" ContentType="image/svg+xml"/>
  <Override PartName="/ppt/media/image_svg144.svg" ContentType="image/svg+xml"/>
  <Override PartName="/ppt/media/image_svg145.svg" ContentType="image/svg+xml"/>
  <Override PartName="/ppt/media/image_svg146.svg" ContentType="image/svg+xml"/>
  <Override PartName="/ppt/media/image_svg147.svg" ContentType="image/svg+xml"/>
  <Override PartName="/ppt/media/image_svg148.svg" ContentType="image/svg+xml"/>
  <Override PartName="/ppt/media/image_svg149.svg" ContentType="image/svg+xml"/>
  <Override PartName="/ppt/media/image_svg15.svg" ContentType="image/svg+xml"/>
  <Override PartName="/ppt/media/image_svg150.svg" ContentType="image/svg+xml"/>
  <Override PartName="/ppt/media/image_svg151.svg" ContentType="image/svg+xml"/>
  <Override PartName="/ppt/media/image_svg152.svg" ContentType="image/svg+xml"/>
  <Override PartName="/ppt/media/image_svg153.svg" ContentType="image/svg+xml"/>
  <Override PartName="/ppt/media/image_svg154.svg" ContentType="image/svg+xml"/>
  <Override PartName="/ppt/media/image_svg155.svg" ContentType="image/svg+xml"/>
  <Override PartName="/ppt/media/image_svg156.svg" ContentType="image/svg+xml"/>
  <Override PartName="/ppt/media/image_svg157.svg" ContentType="image/svg+xml"/>
  <Override PartName="/ppt/media/image_svg158.svg" ContentType="image/svg+xml"/>
  <Override PartName="/ppt/media/image_svg159.svg" ContentType="image/svg+xml"/>
  <Override PartName="/ppt/media/image_svg16.svg" ContentType="image/svg+xml"/>
  <Override PartName="/ppt/media/image_svg160.svg" ContentType="image/svg+xml"/>
  <Override PartName="/ppt/media/image_svg161.svg" ContentType="image/svg+xml"/>
  <Override PartName="/ppt/media/image_svg162.svg" ContentType="image/svg+xml"/>
  <Override PartName="/ppt/media/image_svg163.svg" ContentType="image/svg+xml"/>
  <Override PartName="/ppt/media/image_svg164.svg" ContentType="image/svg+xml"/>
  <Override PartName="/ppt/media/image_svg165.svg" ContentType="image/svg+xml"/>
  <Override PartName="/ppt/media/image_svg166.svg" ContentType="image/svg+xml"/>
  <Override PartName="/ppt/media/image_svg167.svg" ContentType="image/svg+xml"/>
  <Override PartName="/ppt/media/image_svg168.svg" ContentType="image/svg+xml"/>
  <Override PartName="/ppt/media/image_svg169.svg" ContentType="image/svg+xml"/>
  <Override PartName="/ppt/media/image_svg17.svg" ContentType="image/svg+xml"/>
  <Override PartName="/ppt/media/image_svg170.svg" ContentType="image/svg+xml"/>
  <Override PartName="/ppt/media/image_svg171.svg" ContentType="image/svg+xml"/>
  <Override PartName="/ppt/media/image_svg172.svg" ContentType="image/svg+xml"/>
  <Override PartName="/ppt/media/image_svg173.svg" ContentType="image/svg+xml"/>
  <Override PartName="/ppt/media/image_svg174.svg" ContentType="image/svg+xml"/>
  <Override PartName="/ppt/media/image_svg175.svg" ContentType="image/svg+xml"/>
  <Override PartName="/ppt/media/image_svg176.svg" ContentType="image/svg+xml"/>
  <Override PartName="/ppt/media/image_svg177.svg" ContentType="image/svg+xml"/>
  <Override PartName="/ppt/media/image_svg178.svg" ContentType="image/svg+xml"/>
  <Override PartName="/ppt/media/image_svg179.svg" ContentType="image/svg+xml"/>
  <Override PartName="/ppt/media/image_svg18.svg" ContentType="image/svg+xml"/>
  <Override PartName="/ppt/media/image_svg180.svg" ContentType="image/svg+xml"/>
  <Override PartName="/ppt/media/image_svg181.svg" ContentType="image/svg+xml"/>
  <Override PartName="/ppt/media/image_svg182.svg" ContentType="image/svg+xml"/>
  <Override PartName="/ppt/media/image_svg183.svg" ContentType="image/svg+xml"/>
  <Override PartName="/ppt/media/image_svg184.svg" ContentType="image/svg+xml"/>
  <Override PartName="/ppt/media/image_svg185.svg" ContentType="image/svg+xml"/>
  <Override PartName="/ppt/media/image_svg186.svg" ContentType="image/svg+xml"/>
  <Override PartName="/ppt/media/image_svg187.svg" ContentType="image/svg+xml"/>
  <Override PartName="/ppt/media/image_svg188.svg" ContentType="image/svg+xml"/>
  <Override PartName="/ppt/media/image_svg189.svg" ContentType="image/svg+xml"/>
  <Override PartName="/ppt/media/image_svg19.svg" ContentType="image/svg+xml"/>
  <Override PartName="/ppt/media/image_svg190.svg" ContentType="image/svg+xml"/>
  <Override PartName="/ppt/media/image_svg191.svg" ContentType="image/svg+xml"/>
  <Override PartName="/ppt/media/image_svg192.svg" ContentType="image/svg+xml"/>
  <Override PartName="/ppt/media/image_svg193.svg" ContentType="image/svg+xml"/>
  <Override PartName="/ppt/media/image_svg194.svg" ContentType="image/svg+xml"/>
  <Override PartName="/ppt/media/image_svg195.svg" ContentType="image/svg+xml"/>
  <Override PartName="/ppt/media/image_svg196.svg" ContentType="image/svg+xml"/>
  <Override PartName="/ppt/media/image_svg197.svg" ContentType="image/svg+xml"/>
  <Override PartName="/ppt/media/image_svg198.svg" ContentType="image/svg+xml"/>
  <Override PartName="/ppt/media/image_svg199.svg" ContentType="image/svg+xml"/>
  <Override PartName="/ppt/media/image_svg2.svg" ContentType="image/svg+xml"/>
  <Override PartName="/ppt/media/image_svg20.svg" ContentType="image/svg+xml"/>
  <Override PartName="/ppt/media/image_svg200.svg" ContentType="image/svg+xml"/>
  <Override PartName="/ppt/media/image_svg201.svg" ContentType="image/svg+xml"/>
  <Override PartName="/ppt/media/image_svg202.svg" ContentType="image/svg+xml"/>
  <Override PartName="/ppt/media/image_svg203.svg" ContentType="image/svg+xml"/>
  <Override PartName="/ppt/media/image_svg204.svg" ContentType="image/svg+xml"/>
  <Override PartName="/ppt/media/image_svg205.svg" ContentType="image/svg+xml"/>
  <Override PartName="/ppt/media/image_svg206.svg" ContentType="image/svg+xml"/>
  <Override PartName="/ppt/media/image_svg207.svg" ContentType="image/svg+xml"/>
  <Override PartName="/ppt/media/image_svg208.svg" ContentType="image/svg+xml"/>
  <Override PartName="/ppt/media/image_svg209.svg" ContentType="image/svg+xml"/>
  <Override PartName="/ppt/media/image_svg21.svg" ContentType="image/svg+xml"/>
  <Override PartName="/ppt/media/image_svg210.svg" ContentType="image/svg+xml"/>
  <Override PartName="/ppt/media/image_svg211.svg" ContentType="image/svg+xml"/>
  <Override PartName="/ppt/media/image_svg212.svg" ContentType="image/svg+xml"/>
  <Override PartName="/ppt/media/image_svg213.svg" ContentType="image/svg+xml"/>
  <Override PartName="/ppt/media/image_svg214.svg" ContentType="image/svg+xml"/>
  <Override PartName="/ppt/media/image_svg215.svg" ContentType="image/svg+xml"/>
  <Override PartName="/ppt/media/image_svg216.svg" ContentType="image/svg+xml"/>
  <Override PartName="/ppt/media/image_svg217.svg" ContentType="image/svg+xml"/>
  <Override PartName="/ppt/media/image_svg218.svg" ContentType="image/svg+xml"/>
  <Override PartName="/ppt/media/image_svg219.svg" ContentType="image/svg+xml"/>
  <Override PartName="/ppt/media/image_svg22.svg" ContentType="image/svg+xml"/>
  <Override PartName="/ppt/media/image_svg220.svg" ContentType="image/svg+xml"/>
  <Override PartName="/ppt/media/image_svg221.svg" ContentType="image/svg+xml"/>
  <Override PartName="/ppt/media/image_svg222.svg" ContentType="image/svg+xml"/>
  <Override PartName="/ppt/media/image_svg223.svg" ContentType="image/svg+xml"/>
  <Override PartName="/ppt/media/image_svg224.svg" ContentType="image/svg+xml"/>
  <Override PartName="/ppt/media/image_svg225.svg" ContentType="image/svg+xml"/>
  <Override PartName="/ppt/media/image_svg226.svg" ContentType="image/svg+xml"/>
  <Override PartName="/ppt/media/image_svg227.svg" ContentType="image/svg+xml"/>
  <Override PartName="/ppt/media/image_svg228.svg" ContentType="image/svg+xml"/>
  <Override PartName="/ppt/media/image_svg229.svg" ContentType="image/svg+xml"/>
  <Override PartName="/ppt/media/image_svg23.svg" ContentType="image/svg+xml"/>
  <Override PartName="/ppt/media/image_svg230.svg" ContentType="image/svg+xml"/>
  <Override PartName="/ppt/media/image_svg231.svg" ContentType="image/svg+xml"/>
  <Override PartName="/ppt/media/image_svg232.svg" ContentType="image/svg+xml"/>
  <Override PartName="/ppt/media/image_svg233.svg" ContentType="image/svg+xml"/>
  <Override PartName="/ppt/media/image_svg234.svg" ContentType="image/svg+xml"/>
  <Override PartName="/ppt/media/image_svg235.svg" ContentType="image/svg+xml"/>
  <Override PartName="/ppt/media/image_svg236.svg" ContentType="image/svg+xml"/>
  <Override PartName="/ppt/media/image_svg237.svg" ContentType="image/svg+xml"/>
  <Override PartName="/ppt/media/image_svg238.svg" ContentType="image/svg+xml"/>
  <Override PartName="/ppt/media/image_svg239.svg" ContentType="image/svg+xml"/>
  <Override PartName="/ppt/media/image_svg24.svg" ContentType="image/svg+xml"/>
  <Override PartName="/ppt/media/image_svg240.svg" ContentType="image/svg+xml"/>
  <Override PartName="/ppt/media/image_svg241.svg" ContentType="image/svg+xml"/>
  <Override PartName="/ppt/media/image_svg242.svg" ContentType="image/svg+xml"/>
  <Override PartName="/ppt/media/image_svg243.svg" ContentType="image/svg+xml"/>
  <Override PartName="/ppt/media/image_svg244.svg" ContentType="image/svg+xml"/>
  <Override PartName="/ppt/media/image_svg245.svg" ContentType="image/svg+xml"/>
  <Override PartName="/ppt/media/image_svg246.svg" ContentType="image/svg+xml"/>
  <Override PartName="/ppt/media/image_svg247.svg" ContentType="image/svg+xml"/>
  <Override PartName="/ppt/media/image_svg248.svg" ContentType="image/svg+xml"/>
  <Override PartName="/ppt/media/image_svg249.svg" ContentType="image/svg+xml"/>
  <Override PartName="/ppt/media/image_svg25.svg" ContentType="image/svg+xml"/>
  <Override PartName="/ppt/media/image_svg250.svg" ContentType="image/svg+xml"/>
  <Override PartName="/ppt/media/image_svg251.svg" ContentType="image/svg+xml"/>
  <Override PartName="/ppt/media/image_svg252.svg" ContentType="image/svg+xml"/>
  <Override PartName="/ppt/media/image_svg253.svg" ContentType="image/svg+xml"/>
  <Override PartName="/ppt/media/image_svg254.svg" ContentType="image/svg+xml"/>
  <Override PartName="/ppt/media/image_svg255.svg" ContentType="image/svg+xml"/>
  <Override PartName="/ppt/media/image_svg256.svg" ContentType="image/svg+xml"/>
  <Override PartName="/ppt/media/image_svg257.svg" ContentType="image/svg+xml"/>
  <Override PartName="/ppt/media/image_svg258.svg" ContentType="image/svg+xml"/>
  <Override PartName="/ppt/media/image_svg259.svg" ContentType="image/svg+xml"/>
  <Override PartName="/ppt/media/image_svg26.svg" ContentType="image/svg+xml"/>
  <Override PartName="/ppt/media/image_svg260.svg" ContentType="image/svg+xml"/>
  <Override PartName="/ppt/media/image_svg261.svg" ContentType="image/svg+xml"/>
  <Override PartName="/ppt/media/image_svg262.svg" ContentType="image/svg+xml"/>
  <Override PartName="/ppt/media/image_svg263.svg" ContentType="image/svg+xml"/>
  <Override PartName="/ppt/media/image_svg264.svg" ContentType="image/svg+xml"/>
  <Override PartName="/ppt/media/image_svg265.svg" ContentType="image/svg+xml"/>
  <Override PartName="/ppt/media/image_svg266.svg" ContentType="image/svg+xml"/>
  <Override PartName="/ppt/media/image_svg267.svg" ContentType="image/svg+xml"/>
  <Override PartName="/ppt/media/image_svg268.svg" ContentType="image/svg+xml"/>
  <Override PartName="/ppt/media/image_svg269.svg" ContentType="image/svg+xml"/>
  <Override PartName="/ppt/media/image_svg27.svg" ContentType="image/svg+xml"/>
  <Override PartName="/ppt/media/image_svg270.svg" ContentType="image/svg+xml"/>
  <Override PartName="/ppt/media/image_svg271.svg" ContentType="image/svg+xml"/>
  <Override PartName="/ppt/media/image_svg272.svg" ContentType="image/svg+xml"/>
  <Override PartName="/ppt/media/image_svg273.svg" ContentType="image/svg+xml"/>
  <Override PartName="/ppt/media/image_svg274.svg" ContentType="image/svg+xml"/>
  <Override PartName="/ppt/media/image_svg275.svg" ContentType="image/svg+xml"/>
  <Override PartName="/ppt/media/image_svg276.svg" ContentType="image/svg+xml"/>
  <Override PartName="/ppt/media/image_svg277.svg" ContentType="image/svg+xml"/>
  <Override PartName="/ppt/media/image_svg278.svg" ContentType="image/svg+xml"/>
  <Override PartName="/ppt/media/image_svg279.svg" ContentType="image/svg+xml"/>
  <Override PartName="/ppt/media/image_svg28.svg" ContentType="image/svg+xml"/>
  <Override PartName="/ppt/media/image_svg280.svg" ContentType="image/svg+xml"/>
  <Override PartName="/ppt/media/image_svg281.svg" ContentType="image/svg+xml"/>
  <Override PartName="/ppt/media/image_svg282.svg" ContentType="image/svg+xml"/>
  <Override PartName="/ppt/media/image_svg283.svg" ContentType="image/svg+xml"/>
  <Override PartName="/ppt/media/image_svg284.svg" ContentType="image/svg+xml"/>
  <Override PartName="/ppt/media/image_svg285.svg" ContentType="image/svg+xml"/>
  <Override PartName="/ppt/media/image_svg286.svg" ContentType="image/svg+xml"/>
  <Override PartName="/ppt/media/image_svg287.svg" ContentType="image/svg+xml"/>
  <Override PartName="/ppt/media/image_svg288.svg" ContentType="image/svg+xml"/>
  <Override PartName="/ppt/media/image_svg289.svg" ContentType="image/svg+xml"/>
  <Override PartName="/ppt/media/image_svg29.svg" ContentType="image/svg+xml"/>
  <Override PartName="/ppt/media/image_svg290.svg" ContentType="image/svg+xml"/>
  <Override PartName="/ppt/media/image_svg291.svg" ContentType="image/svg+xml"/>
  <Override PartName="/ppt/media/image_svg292.svg" ContentType="image/svg+xml"/>
  <Override PartName="/ppt/media/image_svg293.svg" ContentType="image/svg+xml"/>
  <Override PartName="/ppt/media/image_svg294.svg" ContentType="image/svg+xml"/>
  <Override PartName="/ppt/media/image_svg295.svg" ContentType="image/svg+xml"/>
  <Override PartName="/ppt/media/image_svg296.svg" ContentType="image/svg+xml"/>
  <Override PartName="/ppt/media/image_svg297.svg" ContentType="image/svg+xml"/>
  <Override PartName="/ppt/media/image_svg298.svg" ContentType="image/svg+xml"/>
  <Override PartName="/ppt/media/image_svg299.svg" ContentType="image/svg+xml"/>
  <Override PartName="/ppt/media/image_svg3.svg" ContentType="image/svg+xml"/>
  <Override PartName="/ppt/media/image_svg30.svg" ContentType="image/svg+xml"/>
  <Override PartName="/ppt/media/image_svg300.svg" ContentType="image/svg+xml"/>
  <Override PartName="/ppt/media/image_svg301.svg" ContentType="image/svg+xml"/>
  <Override PartName="/ppt/media/image_svg302.svg" ContentType="image/svg+xml"/>
  <Override PartName="/ppt/media/image_svg303.svg" ContentType="image/svg+xml"/>
  <Override PartName="/ppt/media/image_svg304.svg" ContentType="image/svg+xml"/>
  <Override PartName="/ppt/media/image_svg305.svg" ContentType="image/svg+xml"/>
  <Override PartName="/ppt/media/image_svg306.svg" ContentType="image/svg+xml"/>
  <Override PartName="/ppt/media/image_svg307.svg" ContentType="image/svg+xml"/>
  <Override PartName="/ppt/media/image_svg308.svg" ContentType="image/svg+xml"/>
  <Override PartName="/ppt/media/image_svg309.svg" ContentType="image/svg+xml"/>
  <Override PartName="/ppt/media/image_svg31.svg" ContentType="image/svg+xml"/>
  <Override PartName="/ppt/media/image_svg310.svg" ContentType="image/svg+xml"/>
  <Override PartName="/ppt/media/image_svg311.svg" ContentType="image/svg+xml"/>
  <Override PartName="/ppt/media/image_svg312.svg" ContentType="image/svg+xml"/>
  <Override PartName="/ppt/media/image_svg313.svg" ContentType="image/svg+xml"/>
  <Override PartName="/ppt/media/image_svg314.svg" ContentType="image/svg+xml"/>
  <Override PartName="/ppt/media/image_svg315.svg" ContentType="image/svg+xml"/>
  <Override PartName="/ppt/media/image_svg316.svg" ContentType="image/svg+xml"/>
  <Override PartName="/ppt/media/image_svg317.svg" ContentType="image/svg+xml"/>
  <Override PartName="/ppt/media/image_svg318.svg" ContentType="image/svg+xml"/>
  <Override PartName="/ppt/media/image_svg319.svg" ContentType="image/svg+xml"/>
  <Override PartName="/ppt/media/image_svg32.svg" ContentType="image/svg+xml"/>
  <Override PartName="/ppt/media/image_svg320.svg" ContentType="image/svg+xml"/>
  <Override PartName="/ppt/media/image_svg321.svg" ContentType="image/svg+xml"/>
  <Override PartName="/ppt/media/image_svg322.svg" ContentType="image/svg+xml"/>
  <Override PartName="/ppt/media/image_svg323.svg" ContentType="image/svg+xml"/>
  <Override PartName="/ppt/media/image_svg324.svg" ContentType="image/svg+xml"/>
  <Override PartName="/ppt/media/image_svg325.svg" ContentType="image/svg+xml"/>
  <Override PartName="/ppt/media/image_svg326.svg" ContentType="image/svg+xml"/>
  <Override PartName="/ppt/media/image_svg327.svg" ContentType="image/svg+xml"/>
  <Override PartName="/ppt/media/image_svg328.svg" ContentType="image/svg+xml"/>
  <Override PartName="/ppt/media/image_svg329.svg" ContentType="image/svg+xml"/>
  <Override PartName="/ppt/media/image_svg33.svg" ContentType="image/svg+xml"/>
  <Override PartName="/ppt/media/image_svg330.svg" ContentType="image/svg+xml"/>
  <Override PartName="/ppt/media/image_svg331.svg" ContentType="image/svg+xml"/>
  <Override PartName="/ppt/media/image_svg332.svg" ContentType="image/svg+xml"/>
  <Override PartName="/ppt/media/image_svg333.svg" ContentType="image/svg+xml"/>
  <Override PartName="/ppt/media/image_svg334.svg" ContentType="image/svg+xml"/>
  <Override PartName="/ppt/media/image_svg335.svg" ContentType="image/svg+xml"/>
  <Override PartName="/ppt/media/image_svg336.svg" ContentType="image/svg+xml"/>
  <Override PartName="/ppt/media/image_svg337.svg" ContentType="image/svg+xml"/>
  <Override PartName="/ppt/media/image_svg338.svg" ContentType="image/svg+xml"/>
  <Override PartName="/ppt/media/image_svg339.svg" ContentType="image/svg+xml"/>
  <Override PartName="/ppt/media/image_svg34.svg" ContentType="image/svg+xml"/>
  <Override PartName="/ppt/media/image_svg340.svg" ContentType="image/svg+xml"/>
  <Override PartName="/ppt/media/image_svg341.svg" ContentType="image/svg+xml"/>
  <Override PartName="/ppt/media/image_svg342.svg" ContentType="image/svg+xml"/>
  <Override PartName="/ppt/media/image_svg343.svg" ContentType="image/svg+xml"/>
  <Override PartName="/ppt/media/image_svg344.svg" ContentType="image/svg+xml"/>
  <Override PartName="/ppt/media/image_svg345.svg" ContentType="image/svg+xml"/>
  <Override PartName="/ppt/media/image_svg346.svg" ContentType="image/svg+xml"/>
  <Override PartName="/ppt/media/image_svg347.svg" ContentType="image/svg+xml"/>
  <Override PartName="/ppt/media/image_svg348.svg" ContentType="image/svg+xml"/>
  <Override PartName="/ppt/media/image_svg349.svg" ContentType="image/svg+xml"/>
  <Override PartName="/ppt/media/image_svg35.svg" ContentType="image/svg+xml"/>
  <Override PartName="/ppt/media/image_svg350.svg" ContentType="image/svg+xml"/>
  <Override PartName="/ppt/media/image_svg351.svg" ContentType="image/svg+xml"/>
  <Override PartName="/ppt/media/image_svg352.svg" ContentType="image/svg+xml"/>
  <Override PartName="/ppt/media/image_svg353.svg" ContentType="image/svg+xml"/>
  <Override PartName="/ppt/media/image_svg354.svg" ContentType="image/svg+xml"/>
  <Override PartName="/ppt/media/image_svg355.svg" ContentType="image/svg+xml"/>
  <Override PartName="/ppt/media/image_svg356.svg" ContentType="image/svg+xml"/>
  <Override PartName="/ppt/media/image_svg357.svg" ContentType="image/svg+xml"/>
  <Override PartName="/ppt/media/image_svg358.svg" ContentType="image/svg+xml"/>
  <Override PartName="/ppt/media/image_svg359.svg" ContentType="image/svg+xml"/>
  <Override PartName="/ppt/media/image_svg36.svg" ContentType="image/svg+xml"/>
  <Override PartName="/ppt/media/image_svg360.svg" ContentType="image/svg+xml"/>
  <Override PartName="/ppt/media/image_svg361.svg" ContentType="image/svg+xml"/>
  <Override PartName="/ppt/media/image_svg362.svg" ContentType="image/svg+xml"/>
  <Override PartName="/ppt/media/image_svg363.svg" ContentType="image/svg+xml"/>
  <Override PartName="/ppt/media/image_svg364.svg" ContentType="image/svg+xml"/>
  <Override PartName="/ppt/media/image_svg365.svg" ContentType="image/svg+xml"/>
  <Override PartName="/ppt/media/image_svg366.svg" ContentType="image/svg+xml"/>
  <Override PartName="/ppt/media/image_svg367.svg" ContentType="image/svg+xml"/>
  <Override PartName="/ppt/media/image_svg368.svg" ContentType="image/svg+xml"/>
  <Override PartName="/ppt/media/image_svg369.svg" ContentType="image/svg+xml"/>
  <Override PartName="/ppt/media/image_svg37.svg" ContentType="image/svg+xml"/>
  <Override PartName="/ppt/media/image_svg370.svg" ContentType="image/svg+xml"/>
  <Override PartName="/ppt/media/image_svg371.svg" ContentType="image/svg+xml"/>
  <Override PartName="/ppt/media/image_svg372.svg" ContentType="image/svg+xml"/>
  <Override PartName="/ppt/media/image_svg373.svg" ContentType="image/svg+xml"/>
  <Override PartName="/ppt/media/image_svg374.svg" ContentType="image/svg+xml"/>
  <Override PartName="/ppt/media/image_svg375.svg" ContentType="image/svg+xml"/>
  <Override PartName="/ppt/media/image_svg376.svg" ContentType="image/svg+xml"/>
  <Override PartName="/ppt/media/image_svg377.svg" ContentType="image/svg+xml"/>
  <Override PartName="/ppt/media/image_svg378.svg" ContentType="image/svg+xml"/>
  <Override PartName="/ppt/media/image_svg379.svg" ContentType="image/svg+xml"/>
  <Override PartName="/ppt/media/image_svg38.svg" ContentType="image/svg+xml"/>
  <Override PartName="/ppt/media/image_svg380.svg" ContentType="image/svg+xml"/>
  <Override PartName="/ppt/media/image_svg381.svg" ContentType="image/svg+xml"/>
  <Override PartName="/ppt/media/image_svg382.svg" ContentType="image/svg+xml"/>
  <Override PartName="/ppt/media/image_svg383.svg" ContentType="image/svg+xml"/>
  <Override PartName="/ppt/media/image_svg384.svg" ContentType="image/svg+xml"/>
  <Override PartName="/ppt/media/image_svg385.svg" ContentType="image/svg+xml"/>
  <Override PartName="/ppt/media/image_svg386.svg" ContentType="image/svg+xml"/>
  <Override PartName="/ppt/media/image_svg387.svg" ContentType="image/svg+xml"/>
  <Override PartName="/ppt/media/image_svg388.svg" ContentType="image/svg+xml"/>
  <Override PartName="/ppt/media/image_svg389.svg" ContentType="image/svg+xml"/>
  <Override PartName="/ppt/media/image_svg39.svg" ContentType="image/svg+xml"/>
  <Override PartName="/ppt/media/image_svg4.svg" ContentType="image/svg+xml"/>
  <Override PartName="/ppt/media/image_svg40.svg" ContentType="image/svg+xml"/>
  <Override PartName="/ppt/media/image_svg41.svg" ContentType="image/svg+xml"/>
  <Override PartName="/ppt/media/image_svg42.svg" ContentType="image/svg+xml"/>
  <Override PartName="/ppt/media/image_svg43.svg" ContentType="image/svg+xml"/>
  <Override PartName="/ppt/media/image_svg44.svg" ContentType="image/svg+xml"/>
  <Override PartName="/ppt/media/image_svg45.svg" ContentType="image/svg+xml"/>
  <Override PartName="/ppt/media/image_svg46.svg" ContentType="image/svg+xml"/>
  <Override PartName="/ppt/media/image_svg47.svg" ContentType="image/svg+xml"/>
  <Override PartName="/ppt/media/image_svg48.svg" ContentType="image/svg+xml"/>
  <Override PartName="/ppt/media/image_svg49.svg" ContentType="image/svg+xml"/>
  <Override PartName="/ppt/media/image_svg5.svg" ContentType="image/svg+xml"/>
  <Override PartName="/ppt/media/image_svg50.svg" ContentType="image/svg+xml"/>
  <Override PartName="/ppt/media/image_svg51.svg" ContentType="image/svg+xml"/>
  <Override PartName="/ppt/media/image_svg52.svg" ContentType="image/svg+xml"/>
  <Override PartName="/ppt/media/image_svg53.svg" ContentType="image/svg+xml"/>
  <Override PartName="/ppt/media/image_svg54.svg" ContentType="image/svg+xml"/>
  <Override PartName="/ppt/media/image_svg55.svg" ContentType="image/svg+xml"/>
  <Override PartName="/ppt/media/image_svg56.svg" ContentType="image/svg+xml"/>
  <Override PartName="/ppt/media/image_svg57.svg" ContentType="image/svg+xml"/>
  <Override PartName="/ppt/media/image_svg58.svg" ContentType="image/svg+xml"/>
  <Override PartName="/ppt/media/image_svg59.svg" ContentType="image/svg+xml"/>
  <Override PartName="/ppt/media/image_svg6.svg" ContentType="image/svg+xml"/>
  <Override PartName="/ppt/media/image_svg60.svg" ContentType="image/svg+xml"/>
  <Override PartName="/ppt/media/image_svg61.svg" ContentType="image/svg+xml"/>
  <Override PartName="/ppt/media/image_svg62.svg" ContentType="image/svg+xml"/>
  <Override PartName="/ppt/media/image_svg63.svg" ContentType="image/svg+xml"/>
  <Override PartName="/ppt/media/image_svg64.svg" ContentType="image/svg+xml"/>
  <Override PartName="/ppt/media/image_svg65.svg" ContentType="image/svg+xml"/>
  <Override PartName="/ppt/media/image_svg66.svg" ContentType="image/svg+xml"/>
  <Override PartName="/ppt/media/image_svg67.svg" ContentType="image/svg+xml"/>
  <Override PartName="/ppt/media/image_svg68.svg" ContentType="image/svg+xml"/>
  <Override PartName="/ppt/media/image_svg69.svg" ContentType="image/svg+xml"/>
  <Override PartName="/ppt/media/image_svg7.svg" ContentType="image/svg+xml"/>
  <Override PartName="/ppt/media/image_svg70.svg" ContentType="image/svg+xml"/>
  <Override PartName="/ppt/media/image_svg71.svg" ContentType="image/svg+xml"/>
  <Override PartName="/ppt/media/image_svg72.svg" ContentType="image/svg+xml"/>
  <Override PartName="/ppt/media/image_svg73.svg" ContentType="image/svg+xml"/>
  <Override PartName="/ppt/media/image_svg74.svg" ContentType="image/svg+xml"/>
  <Override PartName="/ppt/media/image_svg75.svg" ContentType="image/svg+xml"/>
  <Override PartName="/ppt/media/image_svg76.svg" ContentType="image/svg+xml"/>
  <Override PartName="/ppt/media/image_svg77.svg" ContentType="image/svg+xml"/>
  <Override PartName="/ppt/media/image_svg78.svg" ContentType="image/svg+xml"/>
  <Override PartName="/ppt/media/image_svg79.svg" ContentType="image/svg+xml"/>
  <Override PartName="/ppt/media/image_svg8.svg" ContentType="image/svg+xml"/>
  <Override PartName="/ppt/media/image_svg80.svg" ContentType="image/svg+xml"/>
  <Override PartName="/ppt/media/image_svg81.svg" ContentType="image/svg+xml"/>
  <Override PartName="/ppt/media/image_svg82.svg" ContentType="image/svg+xml"/>
  <Override PartName="/ppt/media/image_svg83.svg" ContentType="image/svg+xml"/>
  <Override PartName="/ppt/media/image_svg84.svg" ContentType="image/svg+xml"/>
  <Override PartName="/ppt/media/image_svg85.svg" ContentType="image/svg+xml"/>
  <Override PartName="/ppt/media/image_svg86.svg" ContentType="image/svg+xml"/>
  <Override PartName="/ppt/media/image_svg87.svg" ContentType="image/svg+xml"/>
  <Override PartName="/ppt/media/image_svg88.svg" ContentType="image/svg+xml"/>
  <Override PartName="/ppt/media/image_svg89.svg" ContentType="image/svg+xml"/>
  <Override PartName="/ppt/media/image_svg9.svg" ContentType="image/svg+xml"/>
  <Override PartName="/ppt/media/image_svg90.svg" ContentType="image/svg+xml"/>
  <Override PartName="/ppt/media/image_svg91.svg" ContentType="image/svg+xml"/>
  <Override PartName="/ppt/media/image_svg92.svg" ContentType="image/svg+xml"/>
  <Override PartName="/ppt/media/image_svg93.svg" ContentType="image/svg+xml"/>
  <Override PartName="/ppt/media/image_svg94.svg" ContentType="image/svg+xml"/>
  <Override PartName="/ppt/media/image_svg95.svg" ContentType="image/svg+xml"/>
  <Override PartName="/ppt/media/image_svg96.svg" ContentType="image/svg+xml"/>
  <Override PartName="/ppt/media/image_svg97.svg" ContentType="image/svg+xml"/>
  <Override PartName="/ppt/media/image_svg98.svg" ContentType="image/svg+xml"/>
  <Override PartName="/ppt/media/image_svg99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.svg"/><Relationship Id="rId4" Type="http://schemas.openxmlformats.org/officeDocument/2006/relationships/image" Target="../media/image_svg2.svg"/><Relationship Id="rId5" Type="http://schemas.openxmlformats.org/officeDocument/2006/relationships/image" Target="../media/image_svg3.svg"/><Relationship Id="rId6" Type="http://schemas.openxmlformats.org/officeDocument/2006/relationships/image" Target="../media/image_svg4.svg"/><Relationship Id="rId7" Type="http://schemas.openxmlformats.org/officeDocument/2006/relationships/image" Target="../media/image_svg5.svg"/><Relationship Id="rId8" Type="http://schemas.openxmlformats.org/officeDocument/2006/relationships/image" Target="../media/image_svg6.svg"/><Relationship Id="rId9" Type="http://schemas.openxmlformats.org/officeDocument/2006/relationships/image" Target="../media/image_svg7.svg"/><Relationship Id="rId10" Type="http://schemas.openxmlformats.org/officeDocument/2006/relationships/image" Target="../media/image_svg8.svg"/><Relationship Id="rId11" Type="http://schemas.openxmlformats.org/officeDocument/2006/relationships/image" Target="../media/image_svg9.svg"/><Relationship Id="rId12" Type="http://schemas.openxmlformats.org/officeDocument/2006/relationships/image" Target="../media/image_svg10.svg"/><Relationship Id="rId13" Type="http://schemas.openxmlformats.org/officeDocument/2006/relationships/image" Target="../media/image_svg11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2.svg"/><Relationship Id="rId4" Type="http://schemas.openxmlformats.org/officeDocument/2006/relationships/image" Target="../media/image_svg13.svg"/><Relationship Id="rId5" Type="http://schemas.openxmlformats.org/officeDocument/2006/relationships/image" Target="../media/image_svg14.svg"/><Relationship Id="rId6" Type="http://schemas.openxmlformats.org/officeDocument/2006/relationships/image" Target="../media/image_svg15.svg"/><Relationship Id="rId7" Type="http://schemas.openxmlformats.org/officeDocument/2006/relationships/image" Target="../media/image_svg16.svg"/><Relationship Id="rId8" Type="http://schemas.openxmlformats.org/officeDocument/2006/relationships/image" Target="../media/image_svg17.svg"/><Relationship Id="rId9" Type="http://schemas.openxmlformats.org/officeDocument/2006/relationships/image" Target="../media/image_svg18.svg"/><Relationship Id="rId10" Type="http://schemas.openxmlformats.org/officeDocument/2006/relationships/image" Target="../media/image_svg19.svg"/><Relationship Id="rId11" Type="http://schemas.openxmlformats.org/officeDocument/2006/relationships/image" Target="../media/image_svg20.svg"/><Relationship Id="rId12" Type="http://schemas.openxmlformats.org/officeDocument/2006/relationships/image" Target="../media/image_svg21.svg"/><Relationship Id="rId13" Type="http://schemas.openxmlformats.org/officeDocument/2006/relationships/image" Target="../media/image_svg2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3.svg"/><Relationship Id="rId4" Type="http://schemas.openxmlformats.org/officeDocument/2006/relationships/image" Target="../media/image_svg24.svg"/><Relationship Id="rId5" Type="http://schemas.openxmlformats.org/officeDocument/2006/relationships/image" Target="../media/image_svg25.svg"/><Relationship Id="rId6" Type="http://schemas.openxmlformats.org/officeDocument/2006/relationships/image" Target="../media/image_svg26.svg"/><Relationship Id="rId7" Type="http://schemas.openxmlformats.org/officeDocument/2006/relationships/image" Target="../media/image_svg27.svg"/><Relationship Id="rId8" Type="http://schemas.openxmlformats.org/officeDocument/2006/relationships/image" Target="../media/image_svg28.svg"/><Relationship Id="rId9" Type="http://schemas.openxmlformats.org/officeDocument/2006/relationships/image" Target="../media/image_svg29.svg"/><Relationship Id="rId10" Type="http://schemas.openxmlformats.org/officeDocument/2006/relationships/image" Target="../media/image_svg30.svg"/><Relationship Id="rId11" Type="http://schemas.openxmlformats.org/officeDocument/2006/relationships/image" Target="../media/image_svg31.svg"/><Relationship Id="rId12" Type="http://schemas.openxmlformats.org/officeDocument/2006/relationships/image" Target="../media/image_svg32.svg"/><Relationship Id="rId13" Type="http://schemas.openxmlformats.org/officeDocument/2006/relationships/image" Target="../media/image_svg33.svg"/><Relationship Id="rId14" Type="http://schemas.openxmlformats.org/officeDocument/2006/relationships/image" Target="../media/image_svg34.svg"/><Relationship Id="rId15" Type="http://schemas.openxmlformats.org/officeDocument/2006/relationships/image" Target="../media/image_svg35.svg"/><Relationship Id="rId16" Type="http://schemas.openxmlformats.org/officeDocument/2006/relationships/image" Target="../media/image_svg36.svg"/><Relationship Id="rId17" Type="http://schemas.openxmlformats.org/officeDocument/2006/relationships/image" Target="../media/image_svg37.svg"/><Relationship Id="rId18" Type="http://schemas.openxmlformats.org/officeDocument/2006/relationships/image" Target="../media/image_svg38.svg"/><Relationship Id="rId19" Type="http://schemas.openxmlformats.org/officeDocument/2006/relationships/image" Target="../media/image_svg39.svg"/><Relationship Id="rId20" Type="http://schemas.openxmlformats.org/officeDocument/2006/relationships/image" Target="../media/image_svg40.svg"/><Relationship Id="rId21" Type="http://schemas.openxmlformats.org/officeDocument/2006/relationships/image" Target="../media/image_svg41.svg"/><Relationship Id="rId22" Type="http://schemas.openxmlformats.org/officeDocument/2006/relationships/image" Target="../media/image_svg42.svg"/><Relationship Id="rId23" Type="http://schemas.openxmlformats.org/officeDocument/2006/relationships/image" Target="../media/image_svg43.svg"/><Relationship Id="rId24" Type="http://schemas.openxmlformats.org/officeDocument/2006/relationships/image" Target="../media/image_svg44.svg"/><Relationship Id="rId25" Type="http://schemas.openxmlformats.org/officeDocument/2006/relationships/image" Target="../media/image_svg45.svg"/><Relationship Id="rId26" Type="http://schemas.openxmlformats.org/officeDocument/2006/relationships/image" Target="../media/image_svg46.svg"/><Relationship Id="rId27" Type="http://schemas.openxmlformats.org/officeDocument/2006/relationships/image" Target="../media/image_svg47.svg"/><Relationship Id="rId28" Type="http://schemas.openxmlformats.org/officeDocument/2006/relationships/image" Target="../media/image_svg48.svg"/><Relationship Id="rId29" Type="http://schemas.openxmlformats.org/officeDocument/2006/relationships/image" Target="../media/image_svg49.svg"/><Relationship Id="rId30" Type="http://schemas.openxmlformats.org/officeDocument/2006/relationships/image" Target="../media/image_svg50.svg"/><Relationship Id="rId31" Type="http://schemas.openxmlformats.org/officeDocument/2006/relationships/image" Target="../media/image_svg51.svg"/><Relationship Id="rId32" Type="http://schemas.openxmlformats.org/officeDocument/2006/relationships/image" Target="../media/image_svg52.svg"/><Relationship Id="rId33" Type="http://schemas.openxmlformats.org/officeDocument/2006/relationships/image" Target="../media/image_svg53.svg"/><Relationship Id="rId34" Type="http://schemas.openxmlformats.org/officeDocument/2006/relationships/image" Target="../media/image_svg54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55.svg"/><Relationship Id="rId4" Type="http://schemas.openxmlformats.org/officeDocument/2006/relationships/image" Target="../media/image_svg56.svg"/><Relationship Id="rId5" Type="http://schemas.openxmlformats.org/officeDocument/2006/relationships/image" Target="../media/image_svg57.svg"/><Relationship Id="rId6" Type="http://schemas.openxmlformats.org/officeDocument/2006/relationships/image" Target="../media/image_svg58.svg"/><Relationship Id="rId7" Type="http://schemas.openxmlformats.org/officeDocument/2006/relationships/image" Target="../media/image_svg59.svg"/><Relationship Id="rId8" Type="http://schemas.openxmlformats.org/officeDocument/2006/relationships/image" Target="../media/image_svg60.svg"/><Relationship Id="rId9" Type="http://schemas.openxmlformats.org/officeDocument/2006/relationships/image" Target="../media/image_svg61.svg"/><Relationship Id="rId10" Type="http://schemas.openxmlformats.org/officeDocument/2006/relationships/image" Target="../media/image_svg62.svg"/><Relationship Id="rId11" Type="http://schemas.openxmlformats.org/officeDocument/2006/relationships/image" Target="../media/image_svg63.svg"/><Relationship Id="rId12" Type="http://schemas.openxmlformats.org/officeDocument/2006/relationships/image" Target="../media/image_svg64.sv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65.svg"/><Relationship Id="rId4" Type="http://schemas.openxmlformats.org/officeDocument/2006/relationships/image" Target="../media/image_svg66.svg"/><Relationship Id="rId5" Type="http://schemas.openxmlformats.org/officeDocument/2006/relationships/image" Target="../media/image_svg67.svg"/><Relationship Id="rId6" Type="http://schemas.openxmlformats.org/officeDocument/2006/relationships/image" Target="../media/image_svg68.svg"/><Relationship Id="rId7" Type="http://schemas.openxmlformats.org/officeDocument/2006/relationships/image" Target="../media/image_svg69.svg"/><Relationship Id="rId8" Type="http://schemas.openxmlformats.org/officeDocument/2006/relationships/image" Target="../media/image_svg70.svg"/><Relationship Id="rId9" Type="http://schemas.openxmlformats.org/officeDocument/2006/relationships/image" Target="../media/image_svg71.svg"/><Relationship Id="rId10" Type="http://schemas.openxmlformats.org/officeDocument/2006/relationships/image" Target="../media/image_svg72.svg"/><Relationship Id="rId11" Type="http://schemas.openxmlformats.org/officeDocument/2006/relationships/image" Target="../media/image_svg73.svg"/><Relationship Id="rId12" Type="http://schemas.openxmlformats.org/officeDocument/2006/relationships/image" Target="../media/image_svg74.svg"/><Relationship Id="rId13" Type="http://schemas.openxmlformats.org/officeDocument/2006/relationships/image" Target="../media/image_svg75.svg"/><Relationship Id="rId14" Type="http://schemas.openxmlformats.org/officeDocument/2006/relationships/image" Target="../media/image_svg76.svg"/><Relationship Id="rId15" Type="http://schemas.openxmlformats.org/officeDocument/2006/relationships/image" Target="../media/image_svg77.svg"/><Relationship Id="rId16" Type="http://schemas.openxmlformats.org/officeDocument/2006/relationships/image" Target="../media/image_svg78.svg"/><Relationship Id="rId17" Type="http://schemas.openxmlformats.org/officeDocument/2006/relationships/image" Target="../media/image_svg79.svg"/><Relationship Id="rId18" Type="http://schemas.openxmlformats.org/officeDocument/2006/relationships/image" Target="../media/image_svg80.svg"/><Relationship Id="rId19" Type="http://schemas.openxmlformats.org/officeDocument/2006/relationships/image" Target="../media/image_svg81.svg"/><Relationship Id="rId20" Type="http://schemas.openxmlformats.org/officeDocument/2006/relationships/image" Target="../media/image_svg82.svg"/><Relationship Id="rId21" Type="http://schemas.openxmlformats.org/officeDocument/2006/relationships/image" Target="../media/image_svg83.svg"/><Relationship Id="rId22" Type="http://schemas.openxmlformats.org/officeDocument/2006/relationships/image" Target="../media/image_svg84.svg"/><Relationship Id="rId23" Type="http://schemas.openxmlformats.org/officeDocument/2006/relationships/image" Target="../media/image_svg85.svg"/><Relationship Id="rId24" Type="http://schemas.openxmlformats.org/officeDocument/2006/relationships/image" Target="../media/image_svg86.svg"/><Relationship Id="rId25" Type="http://schemas.openxmlformats.org/officeDocument/2006/relationships/image" Target="../media/image_svg87.svg"/><Relationship Id="rId26" Type="http://schemas.openxmlformats.org/officeDocument/2006/relationships/image" Target="../media/image_svg88.svg"/><Relationship Id="rId27" Type="http://schemas.openxmlformats.org/officeDocument/2006/relationships/image" Target="../media/image_svg89.svg"/><Relationship Id="rId28" Type="http://schemas.openxmlformats.org/officeDocument/2006/relationships/image" Target="../media/image_svg90.svg"/><Relationship Id="rId29" Type="http://schemas.openxmlformats.org/officeDocument/2006/relationships/image" Target="../media/image_svg91.sv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92.svg"/><Relationship Id="rId4" Type="http://schemas.openxmlformats.org/officeDocument/2006/relationships/image" Target="../media/image_svg93.svg"/><Relationship Id="rId5" Type="http://schemas.openxmlformats.org/officeDocument/2006/relationships/image" Target="../media/image_svg94.svg"/><Relationship Id="rId6" Type="http://schemas.openxmlformats.org/officeDocument/2006/relationships/image" Target="../media/image_svg95.svg"/><Relationship Id="rId7" Type="http://schemas.openxmlformats.org/officeDocument/2006/relationships/image" Target="../media/image_svg96.svg"/><Relationship Id="rId8" Type="http://schemas.openxmlformats.org/officeDocument/2006/relationships/image" Target="../media/image_svg97.svg"/><Relationship Id="rId9" Type="http://schemas.openxmlformats.org/officeDocument/2006/relationships/image" Target="../media/image_svg98.svg"/><Relationship Id="rId10" Type="http://schemas.openxmlformats.org/officeDocument/2006/relationships/image" Target="../media/image_svg99.svg"/><Relationship Id="rId11" Type="http://schemas.openxmlformats.org/officeDocument/2006/relationships/image" Target="../media/image_svg100.svg"/><Relationship Id="rId12" Type="http://schemas.openxmlformats.org/officeDocument/2006/relationships/image" Target="../media/image_svg101.svg"/><Relationship Id="rId13" Type="http://schemas.openxmlformats.org/officeDocument/2006/relationships/image" Target="../media/image_svg102.svg"/><Relationship Id="rId14" Type="http://schemas.openxmlformats.org/officeDocument/2006/relationships/image" Target="../media/image_svg103.svg"/><Relationship Id="rId15" Type="http://schemas.openxmlformats.org/officeDocument/2006/relationships/image" Target="../media/image_svg104.svg"/><Relationship Id="rId16" Type="http://schemas.openxmlformats.org/officeDocument/2006/relationships/image" Target="../media/image_svg105.svg"/><Relationship Id="rId17" Type="http://schemas.openxmlformats.org/officeDocument/2006/relationships/image" Target="../media/image_svg106.svg"/><Relationship Id="rId18" Type="http://schemas.openxmlformats.org/officeDocument/2006/relationships/image" Target="../media/image_svg107.svg"/><Relationship Id="rId19" Type="http://schemas.openxmlformats.org/officeDocument/2006/relationships/image" Target="../media/image_svg108.svg"/><Relationship Id="rId20" Type="http://schemas.openxmlformats.org/officeDocument/2006/relationships/image" Target="../media/image_svg109.svg"/><Relationship Id="rId21" Type="http://schemas.openxmlformats.org/officeDocument/2006/relationships/image" Target="../media/image_svg110.svg"/><Relationship Id="rId22" Type="http://schemas.openxmlformats.org/officeDocument/2006/relationships/image" Target="../media/image_svg111.svg"/><Relationship Id="rId23" Type="http://schemas.openxmlformats.org/officeDocument/2006/relationships/image" Target="../media/image_svg112.svg"/><Relationship Id="rId24" Type="http://schemas.openxmlformats.org/officeDocument/2006/relationships/image" Target="../media/image_svg113.svg"/><Relationship Id="rId25" Type="http://schemas.openxmlformats.org/officeDocument/2006/relationships/image" Target="../media/image_svg114.svg"/><Relationship Id="rId26" Type="http://schemas.openxmlformats.org/officeDocument/2006/relationships/image" Target="../media/image_svg115.svg"/><Relationship Id="rId27" Type="http://schemas.openxmlformats.org/officeDocument/2006/relationships/image" Target="../media/image_svg116.svg"/><Relationship Id="rId28" Type="http://schemas.openxmlformats.org/officeDocument/2006/relationships/image" Target="../media/image_svg117.svg"/><Relationship Id="rId29" Type="http://schemas.openxmlformats.org/officeDocument/2006/relationships/image" Target="../media/image_svg118.svg"/><Relationship Id="rId30" Type="http://schemas.openxmlformats.org/officeDocument/2006/relationships/image" Target="../media/image_svg119.svg"/><Relationship Id="rId31" Type="http://schemas.openxmlformats.org/officeDocument/2006/relationships/image" Target="../media/image_svg120.svg"/><Relationship Id="rId32" Type="http://schemas.openxmlformats.org/officeDocument/2006/relationships/image" Target="../media/image_svg121.svg"/><Relationship Id="rId33" Type="http://schemas.openxmlformats.org/officeDocument/2006/relationships/image" Target="../media/image_svg122.svg"/><Relationship Id="rId34" Type="http://schemas.openxmlformats.org/officeDocument/2006/relationships/image" Target="../media/image_svg123.svg"/><Relationship Id="rId35" Type="http://schemas.openxmlformats.org/officeDocument/2006/relationships/image" Target="../media/image_svg124.svg"/><Relationship Id="rId36" Type="http://schemas.openxmlformats.org/officeDocument/2006/relationships/image" Target="../media/image_svg125.svg"/><Relationship Id="rId37" Type="http://schemas.openxmlformats.org/officeDocument/2006/relationships/image" Target="../media/image_svg126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27.svg"/><Relationship Id="rId4" Type="http://schemas.openxmlformats.org/officeDocument/2006/relationships/image" Target="../media/image_svg128.svg"/><Relationship Id="rId5" Type="http://schemas.openxmlformats.org/officeDocument/2006/relationships/image" Target="../media/image_svg129.svg"/><Relationship Id="rId6" Type="http://schemas.openxmlformats.org/officeDocument/2006/relationships/image" Target="../media/image_svg130.svg"/><Relationship Id="rId7" Type="http://schemas.openxmlformats.org/officeDocument/2006/relationships/image" Target="../media/image_svg131.svg"/><Relationship Id="rId8" Type="http://schemas.openxmlformats.org/officeDocument/2006/relationships/image" Target="../media/image_svg132.svg"/><Relationship Id="rId9" Type="http://schemas.openxmlformats.org/officeDocument/2006/relationships/image" Target="../media/image_svg133.svg"/><Relationship Id="rId10" Type="http://schemas.openxmlformats.org/officeDocument/2006/relationships/image" Target="../media/image_svg134.svg"/><Relationship Id="rId11" Type="http://schemas.openxmlformats.org/officeDocument/2006/relationships/image" Target="../media/image_svg135.svg"/><Relationship Id="rId12" Type="http://schemas.openxmlformats.org/officeDocument/2006/relationships/image" Target="../media/image_svg136.svg"/><Relationship Id="rId13" Type="http://schemas.openxmlformats.org/officeDocument/2006/relationships/image" Target="../media/image_svg137.svg"/><Relationship Id="rId14" Type="http://schemas.openxmlformats.org/officeDocument/2006/relationships/image" Target="../media/image_svg138.svg"/><Relationship Id="rId15" Type="http://schemas.openxmlformats.org/officeDocument/2006/relationships/image" Target="../media/image_svg139.svg"/><Relationship Id="rId16" Type="http://schemas.openxmlformats.org/officeDocument/2006/relationships/image" Target="../media/image_svg140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41.svg"/><Relationship Id="rId4" Type="http://schemas.openxmlformats.org/officeDocument/2006/relationships/image" Target="../media/image_svg142.svg"/><Relationship Id="rId5" Type="http://schemas.openxmlformats.org/officeDocument/2006/relationships/image" Target="../media/image_svg143.svg"/><Relationship Id="rId6" Type="http://schemas.openxmlformats.org/officeDocument/2006/relationships/image" Target="../media/image_svg144.svg"/><Relationship Id="rId7" Type="http://schemas.openxmlformats.org/officeDocument/2006/relationships/image" Target="../media/image_svg145.svg"/><Relationship Id="rId8" Type="http://schemas.openxmlformats.org/officeDocument/2006/relationships/image" Target="../media/image_svg146.svg"/><Relationship Id="rId9" Type="http://schemas.openxmlformats.org/officeDocument/2006/relationships/image" Target="../media/image_svg147.svg"/><Relationship Id="rId10" Type="http://schemas.openxmlformats.org/officeDocument/2006/relationships/image" Target="../media/image_svg148.svg"/><Relationship Id="rId11" Type="http://schemas.openxmlformats.org/officeDocument/2006/relationships/image" Target="../media/image_svg149.svg"/><Relationship Id="rId12" Type="http://schemas.openxmlformats.org/officeDocument/2006/relationships/image" Target="../media/image_svg150.svg"/><Relationship Id="rId13" Type="http://schemas.openxmlformats.org/officeDocument/2006/relationships/image" Target="../media/image_svg151.svg"/><Relationship Id="rId14" Type="http://schemas.openxmlformats.org/officeDocument/2006/relationships/image" Target="../media/image_svg152.svg"/><Relationship Id="rId15" Type="http://schemas.openxmlformats.org/officeDocument/2006/relationships/image" Target="../media/image_svg153.svg"/><Relationship Id="rId16" Type="http://schemas.openxmlformats.org/officeDocument/2006/relationships/image" Target="../media/image_svg154.svg"/><Relationship Id="rId17" Type="http://schemas.openxmlformats.org/officeDocument/2006/relationships/image" Target="../media/image_svg155.svg"/><Relationship Id="rId18" Type="http://schemas.openxmlformats.org/officeDocument/2006/relationships/image" Target="../media/image_svg156.svg"/><Relationship Id="rId19" Type="http://schemas.openxmlformats.org/officeDocument/2006/relationships/image" Target="../media/image_svg157.svg"/><Relationship Id="rId20" Type="http://schemas.openxmlformats.org/officeDocument/2006/relationships/image" Target="../media/image_svg158.svg"/><Relationship Id="rId21" Type="http://schemas.openxmlformats.org/officeDocument/2006/relationships/image" Target="../media/image_svg159.svg"/><Relationship Id="rId22" Type="http://schemas.openxmlformats.org/officeDocument/2006/relationships/image" Target="../media/image_svg160.svg"/><Relationship Id="rId23" Type="http://schemas.openxmlformats.org/officeDocument/2006/relationships/image" Target="../media/image_svg161.svg"/><Relationship Id="rId24" Type="http://schemas.openxmlformats.org/officeDocument/2006/relationships/image" Target="../media/image_svg162.svg"/><Relationship Id="rId25" Type="http://schemas.openxmlformats.org/officeDocument/2006/relationships/image" Target="../media/image_svg163.svg"/><Relationship Id="rId26" Type="http://schemas.openxmlformats.org/officeDocument/2006/relationships/image" Target="../media/image_svg164.svg"/><Relationship Id="rId27" Type="http://schemas.openxmlformats.org/officeDocument/2006/relationships/image" Target="../media/image_svg165.sv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66.svg"/><Relationship Id="rId4" Type="http://schemas.openxmlformats.org/officeDocument/2006/relationships/image" Target="../media/image_svg167.svg"/><Relationship Id="rId5" Type="http://schemas.openxmlformats.org/officeDocument/2006/relationships/image" Target="../media/image_svg168.svg"/><Relationship Id="rId6" Type="http://schemas.openxmlformats.org/officeDocument/2006/relationships/image" Target="../media/image_svg169.svg"/><Relationship Id="rId7" Type="http://schemas.openxmlformats.org/officeDocument/2006/relationships/image" Target="../media/image_svg170.svg"/><Relationship Id="rId8" Type="http://schemas.openxmlformats.org/officeDocument/2006/relationships/image" Target="../media/image_svg171.svg"/><Relationship Id="rId9" Type="http://schemas.openxmlformats.org/officeDocument/2006/relationships/image" Target="../media/image_svg172.svg"/><Relationship Id="rId10" Type="http://schemas.openxmlformats.org/officeDocument/2006/relationships/image" Target="../media/image_svg173.svg"/><Relationship Id="rId11" Type="http://schemas.openxmlformats.org/officeDocument/2006/relationships/image" Target="../media/image_svg174.svg"/><Relationship Id="rId12" Type="http://schemas.openxmlformats.org/officeDocument/2006/relationships/image" Target="../media/image_svg175.svg"/><Relationship Id="rId13" Type="http://schemas.openxmlformats.org/officeDocument/2006/relationships/image" Target="../media/image_svg176.svg"/><Relationship Id="rId14" Type="http://schemas.openxmlformats.org/officeDocument/2006/relationships/image" Target="../media/image_svg177.svg"/><Relationship Id="rId15" Type="http://schemas.openxmlformats.org/officeDocument/2006/relationships/image" Target="../media/image_svg178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79.svg"/><Relationship Id="rId4" Type="http://schemas.openxmlformats.org/officeDocument/2006/relationships/image" Target="../media/image_svg180.svg"/><Relationship Id="rId5" Type="http://schemas.openxmlformats.org/officeDocument/2006/relationships/image" Target="../media/image_svg181.svg"/><Relationship Id="rId6" Type="http://schemas.openxmlformats.org/officeDocument/2006/relationships/image" Target="../media/image_svg182.svg"/><Relationship Id="rId7" Type="http://schemas.openxmlformats.org/officeDocument/2006/relationships/image" Target="../media/image_svg183.svg"/><Relationship Id="rId8" Type="http://schemas.openxmlformats.org/officeDocument/2006/relationships/image" Target="../media/image_svg184.sv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185.svg"/><Relationship Id="rId4" Type="http://schemas.openxmlformats.org/officeDocument/2006/relationships/image" Target="../media/image_svg186.svg"/><Relationship Id="rId5" Type="http://schemas.openxmlformats.org/officeDocument/2006/relationships/image" Target="../media/image_svg187.svg"/><Relationship Id="rId6" Type="http://schemas.openxmlformats.org/officeDocument/2006/relationships/image" Target="../media/image_svg188.svg"/><Relationship Id="rId7" Type="http://schemas.openxmlformats.org/officeDocument/2006/relationships/image" Target="../media/image_svg189.svg"/><Relationship Id="rId8" Type="http://schemas.openxmlformats.org/officeDocument/2006/relationships/image" Target="../media/image_svg190.svg"/><Relationship Id="rId9" Type="http://schemas.openxmlformats.org/officeDocument/2006/relationships/image" Target="../media/image_svg191.svg"/><Relationship Id="rId10" Type="http://schemas.openxmlformats.org/officeDocument/2006/relationships/image" Target="../media/image_svg192.svg"/><Relationship Id="rId11" Type="http://schemas.openxmlformats.org/officeDocument/2006/relationships/image" Target="../media/image_svg193.svg"/><Relationship Id="rId12" Type="http://schemas.openxmlformats.org/officeDocument/2006/relationships/image" Target="../media/image_svg194.svg"/><Relationship Id="rId13" Type="http://schemas.openxmlformats.org/officeDocument/2006/relationships/image" Target="../media/image_svg195.svg"/><Relationship Id="rId14" Type="http://schemas.openxmlformats.org/officeDocument/2006/relationships/image" Target="../media/image_svg196.svg"/><Relationship Id="rId15" Type="http://schemas.openxmlformats.org/officeDocument/2006/relationships/image" Target="../media/image_svg197.svg"/><Relationship Id="rId16" Type="http://schemas.openxmlformats.org/officeDocument/2006/relationships/image" Target="../media/image_svg198.svg"/><Relationship Id="rId17" Type="http://schemas.openxmlformats.org/officeDocument/2006/relationships/image" Target="../media/image_svg199.svg"/><Relationship Id="rId18" Type="http://schemas.openxmlformats.org/officeDocument/2006/relationships/image" Target="../media/image_svg200.sv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01.svg"/><Relationship Id="rId4" Type="http://schemas.openxmlformats.org/officeDocument/2006/relationships/image" Target="../media/image_svg202.svg"/><Relationship Id="rId5" Type="http://schemas.openxmlformats.org/officeDocument/2006/relationships/image" Target="../media/image_svg203.svg"/><Relationship Id="rId6" Type="http://schemas.openxmlformats.org/officeDocument/2006/relationships/image" Target="../media/image_svg204.svg"/><Relationship Id="rId7" Type="http://schemas.openxmlformats.org/officeDocument/2006/relationships/image" Target="../media/image_svg205.svg"/><Relationship Id="rId8" Type="http://schemas.openxmlformats.org/officeDocument/2006/relationships/image" Target="../media/image_svg206.svg"/><Relationship Id="rId9" Type="http://schemas.openxmlformats.org/officeDocument/2006/relationships/image" Target="../media/image_svg207.svg"/><Relationship Id="rId10" Type="http://schemas.openxmlformats.org/officeDocument/2006/relationships/image" Target="../media/image_svg208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09.svg"/><Relationship Id="rId4" Type="http://schemas.openxmlformats.org/officeDocument/2006/relationships/image" Target="../media/image_svg210.svg"/><Relationship Id="rId5" Type="http://schemas.openxmlformats.org/officeDocument/2006/relationships/image" Target="../media/image_svg211.svg"/><Relationship Id="rId6" Type="http://schemas.openxmlformats.org/officeDocument/2006/relationships/image" Target="../media/image_svg212.svg"/><Relationship Id="rId7" Type="http://schemas.openxmlformats.org/officeDocument/2006/relationships/image" Target="../media/image_svg213.svg"/><Relationship Id="rId8" Type="http://schemas.openxmlformats.org/officeDocument/2006/relationships/image" Target="../media/image_svg214.svg"/><Relationship Id="rId9" Type="http://schemas.openxmlformats.org/officeDocument/2006/relationships/image" Target="../media/image_svg215.svg"/><Relationship Id="rId10" Type="http://schemas.openxmlformats.org/officeDocument/2006/relationships/image" Target="../media/image_svg216.svg"/><Relationship Id="rId11" Type="http://schemas.openxmlformats.org/officeDocument/2006/relationships/image" Target="../media/image_svg217.svg"/><Relationship Id="rId12" Type="http://schemas.openxmlformats.org/officeDocument/2006/relationships/image" Target="../media/image_svg218.svg"/><Relationship Id="rId13" Type="http://schemas.openxmlformats.org/officeDocument/2006/relationships/image" Target="../media/image_svg219.svg"/><Relationship Id="rId14" Type="http://schemas.openxmlformats.org/officeDocument/2006/relationships/image" Target="../media/image_svg220.svg"/><Relationship Id="rId15" Type="http://schemas.openxmlformats.org/officeDocument/2006/relationships/image" Target="../media/image_svg221.svg"/><Relationship Id="rId16" Type="http://schemas.openxmlformats.org/officeDocument/2006/relationships/image" Target="../media/image_svg222.svg"/><Relationship Id="rId17" Type="http://schemas.openxmlformats.org/officeDocument/2006/relationships/image" Target="../media/image_svg223.svg"/><Relationship Id="rId18" Type="http://schemas.openxmlformats.org/officeDocument/2006/relationships/image" Target="../media/image_svg224.svg"/><Relationship Id="rId19" Type="http://schemas.openxmlformats.org/officeDocument/2006/relationships/image" Target="../media/image_svg225.svg"/><Relationship Id="rId20" Type="http://schemas.openxmlformats.org/officeDocument/2006/relationships/image" Target="../media/image_svg226.svg"/><Relationship Id="rId21" Type="http://schemas.openxmlformats.org/officeDocument/2006/relationships/image" Target="../media/image_svg227.svg"/><Relationship Id="rId22" Type="http://schemas.openxmlformats.org/officeDocument/2006/relationships/image" Target="../media/image_svg228.svg"/><Relationship Id="rId23" Type="http://schemas.openxmlformats.org/officeDocument/2006/relationships/image" Target="../media/image_svg229.svg"/><Relationship Id="rId24" Type="http://schemas.openxmlformats.org/officeDocument/2006/relationships/image" Target="../media/image_svg230.svg"/><Relationship Id="rId25" Type="http://schemas.openxmlformats.org/officeDocument/2006/relationships/image" Target="../media/image_svg231.svg"/><Relationship Id="rId26" Type="http://schemas.openxmlformats.org/officeDocument/2006/relationships/image" Target="../media/image_svg232.svg"/><Relationship Id="rId27" Type="http://schemas.openxmlformats.org/officeDocument/2006/relationships/image" Target="../media/image_svg233.svg"/><Relationship Id="rId28" Type="http://schemas.openxmlformats.org/officeDocument/2006/relationships/image" Target="../media/image_svg234.svg"/><Relationship Id="rId29" Type="http://schemas.openxmlformats.org/officeDocument/2006/relationships/image" Target="../media/image_svg235.svg"/><Relationship Id="rId30" Type="http://schemas.openxmlformats.org/officeDocument/2006/relationships/image" Target="../media/image_svg236.svg"/><Relationship Id="rId31" Type="http://schemas.openxmlformats.org/officeDocument/2006/relationships/image" Target="../media/image_svg237.svg"/><Relationship Id="rId32" Type="http://schemas.openxmlformats.org/officeDocument/2006/relationships/image" Target="../media/image_svg238.sv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39.svg"/><Relationship Id="rId4" Type="http://schemas.openxmlformats.org/officeDocument/2006/relationships/image" Target="../media/image_svg240.svg"/><Relationship Id="rId5" Type="http://schemas.openxmlformats.org/officeDocument/2006/relationships/image" Target="../media/image_svg241.svg"/><Relationship Id="rId6" Type="http://schemas.openxmlformats.org/officeDocument/2006/relationships/image" Target="../media/image_svg242.svg"/><Relationship Id="rId7" Type="http://schemas.openxmlformats.org/officeDocument/2006/relationships/image" Target="../media/image_svg243.svg"/><Relationship Id="rId8" Type="http://schemas.openxmlformats.org/officeDocument/2006/relationships/image" Target="../media/image_svg244.svg"/><Relationship Id="rId9" Type="http://schemas.openxmlformats.org/officeDocument/2006/relationships/image" Target="../media/image_svg245.svg"/><Relationship Id="rId10" Type="http://schemas.openxmlformats.org/officeDocument/2006/relationships/image" Target="../media/image_svg246.svg"/><Relationship Id="rId11" Type="http://schemas.openxmlformats.org/officeDocument/2006/relationships/image" Target="../media/image_svg247.svg"/><Relationship Id="rId12" Type="http://schemas.openxmlformats.org/officeDocument/2006/relationships/image" Target="../media/image_svg248.svg"/><Relationship Id="rId13" Type="http://schemas.openxmlformats.org/officeDocument/2006/relationships/image" Target="../media/image_svg249.svg"/><Relationship Id="rId14" Type="http://schemas.openxmlformats.org/officeDocument/2006/relationships/image" Target="../media/image_svg250.svg"/><Relationship Id="rId15" Type="http://schemas.openxmlformats.org/officeDocument/2006/relationships/image" Target="../media/image_svg251.svg"/><Relationship Id="rId16" Type="http://schemas.openxmlformats.org/officeDocument/2006/relationships/image" Target="../media/image_svg252.svg"/><Relationship Id="rId17" Type="http://schemas.openxmlformats.org/officeDocument/2006/relationships/image" Target="../media/image_svg253.svg"/><Relationship Id="rId18" Type="http://schemas.openxmlformats.org/officeDocument/2006/relationships/image" Target="../media/image_svg254.svg"/><Relationship Id="rId19" Type="http://schemas.openxmlformats.org/officeDocument/2006/relationships/image" Target="../media/image_svg255.svg"/><Relationship Id="rId20" Type="http://schemas.openxmlformats.org/officeDocument/2006/relationships/image" Target="../media/image_svg256.svg"/><Relationship Id="rId21" Type="http://schemas.openxmlformats.org/officeDocument/2006/relationships/image" Target="../media/image_svg257.svg"/><Relationship Id="rId22" Type="http://schemas.openxmlformats.org/officeDocument/2006/relationships/image" Target="../media/image_svg258.svg"/><Relationship Id="rId23" Type="http://schemas.openxmlformats.org/officeDocument/2006/relationships/image" Target="../media/image_svg259.svg"/><Relationship Id="rId24" Type="http://schemas.openxmlformats.org/officeDocument/2006/relationships/image" Target="../media/image_svg260.svg"/><Relationship Id="rId25" Type="http://schemas.openxmlformats.org/officeDocument/2006/relationships/image" Target="../media/image_svg261.svg"/><Relationship Id="rId26" Type="http://schemas.openxmlformats.org/officeDocument/2006/relationships/image" Target="../media/image_svg262.svg"/><Relationship Id="rId27" Type="http://schemas.openxmlformats.org/officeDocument/2006/relationships/image" Target="../media/image_svg263.svg"/><Relationship Id="rId28" Type="http://schemas.openxmlformats.org/officeDocument/2006/relationships/image" Target="../media/image_svg264.svg"/><Relationship Id="rId29" Type="http://schemas.openxmlformats.org/officeDocument/2006/relationships/image" Target="../media/image_svg265.sv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66.svg"/><Relationship Id="rId4" Type="http://schemas.openxmlformats.org/officeDocument/2006/relationships/image" Target="../media/image_svg267.svg"/><Relationship Id="rId5" Type="http://schemas.openxmlformats.org/officeDocument/2006/relationships/image" Target="../media/image_svg268.svg"/><Relationship Id="rId6" Type="http://schemas.openxmlformats.org/officeDocument/2006/relationships/image" Target="../media/image_svg269.svg"/><Relationship Id="rId7" Type="http://schemas.openxmlformats.org/officeDocument/2006/relationships/image" Target="../media/image_svg270.svg"/><Relationship Id="rId8" Type="http://schemas.openxmlformats.org/officeDocument/2006/relationships/image" Target="../media/image_svg271.svg"/><Relationship Id="rId9" Type="http://schemas.openxmlformats.org/officeDocument/2006/relationships/image" Target="../media/image_svg272.svg"/><Relationship Id="rId10" Type="http://schemas.openxmlformats.org/officeDocument/2006/relationships/image" Target="../media/image_svg273.svg"/><Relationship Id="rId11" Type="http://schemas.openxmlformats.org/officeDocument/2006/relationships/image" Target="../media/image_svg274.svg"/><Relationship Id="rId12" Type="http://schemas.openxmlformats.org/officeDocument/2006/relationships/image" Target="../media/image_svg275.svg"/><Relationship Id="rId13" Type="http://schemas.openxmlformats.org/officeDocument/2006/relationships/image" Target="../media/image_svg276.svg"/><Relationship Id="rId14" Type="http://schemas.openxmlformats.org/officeDocument/2006/relationships/image" Target="../media/image_svg277.svg"/><Relationship Id="rId15" Type="http://schemas.openxmlformats.org/officeDocument/2006/relationships/image" Target="../media/image_svg278.svg"/><Relationship Id="rId16" Type="http://schemas.openxmlformats.org/officeDocument/2006/relationships/image" Target="../media/image_svg279.svg"/><Relationship Id="rId17" Type="http://schemas.openxmlformats.org/officeDocument/2006/relationships/image" Target="../media/image_svg280.svg"/><Relationship Id="rId18" Type="http://schemas.openxmlformats.org/officeDocument/2006/relationships/image" Target="../media/image_svg281.svg"/><Relationship Id="rId19" Type="http://schemas.openxmlformats.org/officeDocument/2006/relationships/image" Target="../media/image_svg282.sv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83.svg"/><Relationship Id="rId4" Type="http://schemas.openxmlformats.org/officeDocument/2006/relationships/image" Target="../media/image_svg284.svg"/><Relationship Id="rId5" Type="http://schemas.openxmlformats.org/officeDocument/2006/relationships/image" Target="../media/image_svg285.svg"/><Relationship Id="rId6" Type="http://schemas.openxmlformats.org/officeDocument/2006/relationships/image" Target="../media/image_svg286.svg"/><Relationship Id="rId7" Type="http://schemas.openxmlformats.org/officeDocument/2006/relationships/image" Target="../media/image_svg287.svg"/><Relationship Id="rId8" Type="http://schemas.openxmlformats.org/officeDocument/2006/relationships/image" Target="../media/image_svg288.svg"/><Relationship Id="rId9" Type="http://schemas.openxmlformats.org/officeDocument/2006/relationships/image" Target="../media/image_svg289.svg"/><Relationship Id="rId10" Type="http://schemas.openxmlformats.org/officeDocument/2006/relationships/image" Target="../media/image_svg290.svg"/><Relationship Id="rId11" Type="http://schemas.openxmlformats.org/officeDocument/2006/relationships/image" Target="../media/image_svg291.svg"/><Relationship Id="rId12" Type="http://schemas.openxmlformats.org/officeDocument/2006/relationships/image" Target="../media/image_svg292.svg"/><Relationship Id="rId13" Type="http://schemas.openxmlformats.org/officeDocument/2006/relationships/image" Target="../media/image_svg293.svg"/><Relationship Id="rId14" Type="http://schemas.openxmlformats.org/officeDocument/2006/relationships/image" Target="../media/image_svg294.svg"/><Relationship Id="rId15" Type="http://schemas.openxmlformats.org/officeDocument/2006/relationships/image" Target="../media/image_svg295.svg"/><Relationship Id="rId16" Type="http://schemas.openxmlformats.org/officeDocument/2006/relationships/image" Target="../media/image_svg296.sv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297.svg"/><Relationship Id="rId4" Type="http://schemas.openxmlformats.org/officeDocument/2006/relationships/image" Target="../media/image_svg298.svg"/><Relationship Id="rId5" Type="http://schemas.openxmlformats.org/officeDocument/2006/relationships/image" Target="../media/image_svg299.svg"/><Relationship Id="rId6" Type="http://schemas.openxmlformats.org/officeDocument/2006/relationships/image" Target="../media/image_svg300.svg"/><Relationship Id="rId7" Type="http://schemas.openxmlformats.org/officeDocument/2006/relationships/image" Target="../media/image_svg301.svg"/><Relationship Id="rId8" Type="http://schemas.openxmlformats.org/officeDocument/2006/relationships/image" Target="../media/image_svg302.svg"/><Relationship Id="rId9" Type="http://schemas.openxmlformats.org/officeDocument/2006/relationships/image" Target="../media/image_svg303.svg"/><Relationship Id="rId10" Type="http://schemas.openxmlformats.org/officeDocument/2006/relationships/image" Target="../media/image_svg304.svg"/><Relationship Id="rId11" Type="http://schemas.openxmlformats.org/officeDocument/2006/relationships/image" Target="../media/image_svg305.svg"/><Relationship Id="rId12" Type="http://schemas.openxmlformats.org/officeDocument/2006/relationships/image" Target="../media/image_svg306.svg"/><Relationship Id="rId13" Type="http://schemas.openxmlformats.org/officeDocument/2006/relationships/image" Target="../media/image_svg307.svg"/><Relationship Id="rId14" Type="http://schemas.openxmlformats.org/officeDocument/2006/relationships/image" Target="../media/image_svg308.svg"/><Relationship Id="rId15" Type="http://schemas.openxmlformats.org/officeDocument/2006/relationships/image" Target="../media/image_svg309.svg"/><Relationship Id="rId16" Type="http://schemas.openxmlformats.org/officeDocument/2006/relationships/image" Target="../media/image_svg310.svg"/><Relationship Id="rId17" Type="http://schemas.openxmlformats.org/officeDocument/2006/relationships/image" Target="../media/image_svg311.svg"/><Relationship Id="rId18" Type="http://schemas.openxmlformats.org/officeDocument/2006/relationships/image" Target="../media/image_svg312.svg"/><Relationship Id="rId19" Type="http://schemas.openxmlformats.org/officeDocument/2006/relationships/image" Target="../media/image_svg313.svg"/><Relationship Id="rId20" Type="http://schemas.openxmlformats.org/officeDocument/2006/relationships/image" Target="../media/image_svg314.svg"/><Relationship Id="rId21" Type="http://schemas.openxmlformats.org/officeDocument/2006/relationships/image" Target="../media/image_svg315.svg"/><Relationship Id="rId22" Type="http://schemas.openxmlformats.org/officeDocument/2006/relationships/image" Target="../media/image_svg316.svg"/><Relationship Id="rId23" Type="http://schemas.openxmlformats.org/officeDocument/2006/relationships/image" Target="../media/image_svg317.svg"/><Relationship Id="rId24" Type="http://schemas.openxmlformats.org/officeDocument/2006/relationships/image" Target="../media/image_svg318.svg"/><Relationship Id="rId25" Type="http://schemas.openxmlformats.org/officeDocument/2006/relationships/image" Target="../media/image_svg319.svg"/><Relationship Id="rId26" Type="http://schemas.openxmlformats.org/officeDocument/2006/relationships/image" Target="../media/image_svg320.svg"/><Relationship Id="rId27" Type="http://schemas.openxmlformats.org/officeDocument/2006/relationships/image" Target="../media/image_svg321.svg"/><Relationship Id="rId28" Type="http://schemas.openxmlformats.org/officeDocument/2006/relationships/image" Target="../media/image_svg322.svg"/><Relationship Id="rId29" Type="http://schemas.openxmlformats.org/officeDocument/2006/relationships/image" Target="../media/image_svg323.svg"/><Relationship Id="rId30" Type="http://schemas.openxmlformats.org/officeDocument/2006/relationships/image" Target="../media/image_svg324.svg"/><Relationship Id="rId31" Type="http://schemas.openxmlformats.org/officeDocument/2006/relationships/image" Target="../media/image_svg325.svg"/><Relationship Id="rId32" Type="http://schemas.openxmlformats.org/officeDocument/2006/relationships/image" Target="../media/image_svg326.svg"/><Relationship Id="rId33" Type="http://schemas.openxmlformats.org/officeDocument/2006/relationships/image" Target="../media/image_svg327.svg"/><Relationship Id="rId34" Type="http://schemas.openxmlformats.org/officeDocument/2006/relationships/image" Target="../media/image_svg328.svg"/><Relationship Id="rId35" Type="http://schemas.openxmlformats.org/officeDocument/2006/relationships/image" Target="../media/image_svg329.svg"/><Relationship Id="rId36" Type="http://schemas.openxmlformats.org/officeDocument/2006/relationships/image" Target="../media/image_svg330.svg"/><Relationship Id="rId37" Type="http://schemas.openxmlformats.org/officeDocument/2006/relationships/image" Target="../media/image_svg331.svg"/><Relationship Id="rId38" Type="http://schemas.openxmlformats.org/officeDocument/2006/relationships/image" Target="../media/image_svg332.svg"/><Relationship Id="rId39" Type="http://schemas.openxmlformats.org/officeDocument/2006/relationships/image" Target="../media/image_svg333.svg"/><Relationship Id="rId40" Type="http://schemas.openxmlformats.org/officeDocument/2006/relationships/image" Target="../media/image_svg334.svg"/><Relationship Id="rId41" Type="http://schemas.openxmlformats.org/officeDocument/2006/relationships/image" Target="../media/image_svg335.svg"/><Relationship Id="rId42" Type="http://schemas.openxmlformats.org/officeDocument/2006/relationships/image" Target="../media/image_svg336.svg"/><Relationship Id="rId43" Type="http://schemas.openxmlformats.org/officeDocument/2006/relationships/image" Target="../media/image_svg337.svg"/><Relationship Id="rId44" Type="http://schemas.openxmlformats.org/officeDocument/2006/relationships/image" Target="../media/image_svg338.svg"/><Relationship Id="rId45" Type="http://schemas.openxmlformats.org/officeDocument/2006/relationships/image" Target="../media/image_svg339.svg"/><Relationship Id="rId46" Type="http://schemas.openxmlformats.org/officeDocument/2006/relationships/image" Target="../media/image_svg340.svg"/><Relationship Id="rId47" Type="http://schemas.openxmlformats.org/officeDocument/2006/relationships/image" Target="../media/image_svg341.svg"/><Relationship Id="rId48" Type="http://schemas.openxmlformats.org/officeDocument/2006/relationships/image" Target="../media/image_svg342.svg"/><Relationship Id="rId49" Type="http://schemas.openxmlformats.org/officeDocument/2006/relationships/image" Target="../media/image_svg343.svg"/><Relationship Id="rId50" Type="http://schemas.openxmlformats.org/officeDocument/2006/relationships/image" Target="../media/image_svg344.svg"/><Relationship Id="rId51" Type="http://schemas.openxmlformats.org/officeDocument/2006/relationships/image" Target="../media/image_svg345.svg"/><Relationship Id="rId52" Type="http://schemas.openxmlformats.org/officeDocument/2006/relationships/image" Target="../media/image_svg346.svg"/><Relationship Id="rId53" Type="http://schemas.openxmlformats.org/officeDocument/2006/relationships/image" Target="../media/image_svg347.svg"/><Relationship Id="rId54" Type="http://schemas.openxmlformats.org/officeDocument/2006/relationships/image" Target="../media/image_svg348.svg"/><Relationship Id="rId55" Type="http://schemas.openxmlformats.org/officeDocument/2006/relationships/image" Target="../media/image_svg349.svg"/><Relationship Id="rId56" Type="http://schemas.openxmlformats.org/officeDocument/2006/relationships/image" Target="../media/image_svg350.svg"/><Relationship Id="rId57" Type="http://schemas.openxmlformats.org/officeDocument/2006/relationships/image" Target="../media/image_svg351.svg"/><Relationship Id="rId58" Type="http://schemas.openxmlformats.org/officeDocument/2006/relationships/image" Target="../media/image_svg352.svg"/><Relationship Id="rId59" Type="http://schemas.openxmlformats.org/officeDocument/2006/relationships/image" Target="../media/image_svg353.svg"/><Relationship Id="rId60" Type="http://schemas.openxmlformats.org/officeDocument/2006/relationships/image" Target="../media/image_svg354.svg"/><Relationship Id="rId61" Type="http://schemas.openxmlformats.org/officeDocument/2006/relationships/image" Target="../media/image_svg355.svg"/><Relationship Id="rId62" Type="http://schemas.openxmlformats.org/officeDocument/2006/relationships/image" Target="../media/image_svg356.sv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57.svg"/><Relationship Id="rId4" Type="http://schemas.openxmlformats.org/officeDocument/2006/relationships/image" Target="../media/image_svg358.svg"/><Relationship Id="rId5" Type="http://schemas.openxmlformats.org/officeDocument/2006/relationships/image" Target="../media/image_svg359.sv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60.svg"/><Relationship Id="rId4" Type="http://schemas.openxmlformats.org/officeDocument/2006/relationships/image" Target="../media/image_svg361.svg"/><Relationship Id="rId5" Type="http://schemas.openxmlformats.org/officeDocument/2006/relationships/image" Target="../media/image_svg362.svg"/><Relationship Id="rId6" Type="http://schemas.openxmlformats.org/officeDocument/2006/relationships/image" Target="../media/image_svg363.svg"/><Relationship Id="rId7" Type="http://schemas.openxmlformats.org/officeDocument/2006/relationships/image" Target="../media/image_svg364.svg"/><Relationship Id="rId8" Type="http://schemas.openxmlformats.org/officeDocument/2006/relationships/image" Target="../media/image_svg365.svg"/><Relationship Id="rId9" Type="http://schemas.openxmlformats.org/officeDocument/2006/relationships/image" Target="../media/image_svg366.svg"/><Relationship Id="rId10" Type="http://schemas.openxmlformats.org/officeDocument/2006/relationships/image" Target="../media/image_svg367.svg"/><Relationship Id="rId11" Type="http://schemas.openxmlformats.org/officeDocument/2006/relationships/image" Target="../media/image_svg368.svg"/><Relationship Id="rId12" Type="http://schemas.openxmlformats.org/officeDocument/2006/relationships/image" Target="../media/image_svg369.svg"/><Relationship Id="rId13" Type="http://schemas.openxmlformats.org/officeDocument/2006/relationships/image" Target="../media/image_svg370.svg"/><Relationship Id="rId14" Type="http://schemas.openxmlformats.org/officeDocument/2006/relationships/image" Target="../media/image_svg371.svg"/><Relationship Id="rId15" Type="http://schemas.openxmlformats.org/officeDocument/2006/relationships/image" Target="../media/image_svg372.svg"/><Relationship Id="rId16" Type="http://schemas.openxmlformats.org/officeDocument/2006/relationships/image" Target="../media/image_svg373.svg"/><Relationship Id="rId17" Type="http://schemas.openxmlformats.org/officeDocument/2006/relationships/image" Target="../media/image_svg374.svg"/><Relationship Id="rId18" Type="http://schemas.openxmlformats.org/officeDocument/2006/relationships/image" Target="../media/image_svg375.svg"/><Relationship Id="rId19" Type="http://schemas.openxmlformats.org/officeDocument/2006/relationships/image" Target="../media/image_svg376.svg"/><Relationship Id="rId20" Type="http://schemas.openxmlformats.org/officeDocument/2006/relationships/image" Target="../media/image_svg377.svg"/><Relationship Id="rId21" Type="http://schemas.openxmlformats.org/officeDocument/2006/relationships/image" Target="../media/image_svg378.svg"/><Relationship Id="rId22" Type="http://schemas.openxmlformats.org/officeDocument/2006/relationships/image" Target="../media/image_svg379.sv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_svg380.svg"/><Relationship Id="rId4" Type="http://schemas.openxmlformats.org/officeDocument/2006/relationships/image" Target="../media/image_svg381.svg"/><Relationship Id="rId5" Type="http://schemas.openxmlformats.org/officeDocument/2006/relationships/image" Target="../media/image_svg382.svg"/><Relationship Id="rId6" Type="http://schemas.openxmlformats.org/officeDocument/2006/relationships/image" Target="../media/image_svg383.svg"/><Relationship Id="rId7" Type="http://schemas.openxmlformats.org/officeDocument/2006/relationships/image" Target="../media/image_svg384.svg"/><Relationship Id="rId8" Type="http://schemas.openxmlformats.org/officeDocument/2006/relationships/image" Target="../media/image_svg385.svg"/><Relationship Id="rId9" Type="http://schemas.openxmlformats.org/officeDocument/2006/relationships/image" Target="../media/image_svg386.svg"/><Relationship Id="rId10" Type="http://schemas.openxmlformats.org/officeDocument/2006/relationships/image" Target="../media/image_svg387.svg"/><Relationship Id="rId11" Type="http://schemas.openxmlformats.org/officeDocument/2006/relationships/image" Target="../media/image_svg388.svg"/><Relationship Id="rId12" Type="http://schemas.openxmlformats.org/officeDocument/2006/relationships/image" Target="../media/image_svg389.sv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Clusters</a:t>
            </a:r>
            <a:r>
              <a:rPr sz="900" b="0">
                <a:solidFill>
                  <a:srgbClr val="888888"/>
                </a:solidFill>
                <a:latin typeface="Arial"/>
              </a:rPr>
              <a:t>   (11 icons)</a:t>
            </a:r>
          </a:p>
        </p:txBody>
      </p:sp>
      <p:pic>
        <p:nvPicPr>
          <p:cNvPr id="3" name="Picture 2" descr="Camp coordination and camp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35360"/>
            <a:ext cx="502920" cy="46099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Camp coordination a…</a:t>
            </a:r>
          </a:p>
        </p:txBody>
      </p:sp>
      <p:pic>
        <p:nvPicPr>
          <p:cNvPr id="5" name="Picture 4" descr="Early recov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30085"/>
            <a:ext cx="502920" cy="4715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Early recovery</a:t>
            </a:r>
          </a:p>
        </p:txBody>
      </p:sp>
      <p:pic>
        <p:nvPicPr>
          <p:cNvPr id="7" name="Picture 6" descr="Edu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36817" y="914400"/>
            <a:ext cx="40712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Education</a:t>
            </a:r>
          </a:p>
        </p:txBody>
      </p:sp>
      <p:pic>
        <p:nvPicPr>
          <p:cNvPr id="9" name="Picture 8" descr="Emergency telecommunica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90763" y="914400"/>
            <a:ext cx="402353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Emergency telecommu…</a:t>
            </a:r>
          </a:p>
        </p:txBody>
      </p:sp>
      <p:pic>
        <p:nvPicPr>
          <p:cNvPr id="11" name="Picture 10" descr="Food 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72781"/>
            <a:ext cx="502920" cy="38615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 security</a:t>
            </a:r>
          </a:p>
        </p:txBody>
      </p:sp>
      <p:pic>
        <p:nvPicPr>
          <p:cNvPr id="13" name="Picture 12" descr="Heal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16942" y="914400"/>
            <a:ext cx="356235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</a:t>
            </a:r>
          </a:p>
        </p:txBody>
      </p:sp>
      <p:pic>
        <p:nvPicPr>
          <p:cNvPr id="15" name="Picture 14" descr="Logistic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61503"/>
            <a:ext cx="502920" cy="40871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Logistics</a:t>
            </a:r>
          </a:p>
        </p:txBody>
      </p:sp>
      <p:pic>
        <p:nvPicPr>
          <p:cNvPr id="17" name="Picture 16" descr="Nutri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9583" y="914400"/>
            <a:ext cx="37719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Nutrition</a:t>
            </a:r>
          </a:p>
        </p:txBody>
      </p:sp>
      <p:pic>
        <p:nvPicPr>
          <p:cNvPr id="19" name="Picture 18" descr="Prote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Protection</a:t>
            </a:r>
          </a:p>
        </p:txBody>
      </p:sp>
      <p:pic>
        <p:nvPicPr>
          <p:cNvPr id="21" name="Picture 20" descr="Shel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40" y="914400"/>
            <a:ext cx="502917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Shelter</a:t>
            </a:r>
          </a:p>
        </p:txBody>
      </p:sp>
      <p:pic>
        <p:nvPicPr>
          <p:cNvPr id="23" name="Picture 22" descr="Water sanitation and hygie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801" y="1783080"/>
            <a:ext cx="502917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sanitation an…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Other sectors</a:t>
            </a:r>
            <a:r>
              <a:rPr sz="900" b="0">
                <a:solidFill>
                  <a:srgbClr val="888888"/>
                </a:solidFill>
                <a:latin typeface="Arial"/>
              </a:rPr>
              <a:t>   (11 icons)</a:t>
            </a:r>
          </a:p>
        </p:txBody>
      </p:sp>
      <p:pic>
        <p:nvPicPr>
          <p:cNvPr id="3" name="Picture 2" descr="Agricult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17232" y="914400"/>
            <a:ext cx="440054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Agriculture</a:t>
            </a:r>
          </a:p>
        </p:txBody>
      </p:sp>
      <p:pic>
        <p:nvPicPr>
          <p:cNvPr id="5" name="Picture 4" descr="Child care child friend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51071"/>
            <a:ext cx="502920" cy="42957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care child fr…</a:t>
            </a:r>
          </a:p>
        </p:txBody>
      </p:sp>
      <p:pic>
        <p:nvPicPr>
          <p:cNvPr id="7" name="Picture 6" descr="Child prote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protection</a:t>
            </a:r>
          </a:p>
        </p:txBody>
      </p:sp>
      <p:pic>
        <p:nvPicPr>
          <p:cNvPr id="9" name="Picture 8" descr="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Coordination</a:t>
            </a:r>
          </a:p>
        </p:txBody>
      </p:sp>
      <p:pic>
        <p:nvPicPr>
          <p:cNvPr id="11" name="Picture 10" descr="Environ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Environment</a:t>
            </a:r>
          </a:p>
        </p:txBody>
      </p:sp>
      <p:pic>
        <p:nvPicPr>
          <p:cNvPr id="13" name="Picture 12" descr="Fish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1050614"/>
            <a:ext cx="502920" cy="23049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Fishery</a:t>
            </a:r>
          </a:p>
        </p:txBody>
      </p:sp>
      <p:pic>
        <p:nvPicPr>
          <p:cNvPr id="15" name="Picture 14" descr="Logistics and telecommunica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16115" y="914400"/>
            <a:ext cx="461009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Logistics and telec…</a:t>
            </a:r>
          </a:p>
        </p:txBody>
      </p:sp>
      <p:pic>
        <p:nvPicPr>
          <p:cNvPr id="17" name="Picture 16" descr="Multi-cluster sec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Multi-cluster sector</a:t>
            </a:r>
          </a:p>
        </p:txBody>
      </p:sp>
      <p:pic>
        <p:nvPicPr>
          <p:cNvPr id="19" name="Picture 18" descr="Rule of law and just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932" y="914400"/>
            <a:ext cx="501613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Rule of law and jus…</a:t>
            </a:r>
          </a:p>
        </p:txBody>
      </p:sp>
      <p:pic>
        <p:nvPicPr>
          <p:cNvPr id="21" name="Picture 20" descr="Safety and 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09630" y="914400"/>
            <a:ext cx="383337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Safety and security</a:t>
            </a:r>
          </a:p>
        </p:txBody>
      </p:sp>
      <p:pic>
        <p:nvPicPr>
          <p:cNvPr id="23" name="Picture 22" descr="Shelter, land and site 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2"/>
            <a:ext cx="502920" cy="502915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Shelter, land and s…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Disasters, hazards and crises</a:t>
            </a:r>
            <a:r>
              <a:rPr sz="900" b="0">
                <a:solidFill>
                  <a:srgbClr val="888888"/>
                </a:solidFill>
                <a:latin typeface="Arial"/>
              </a:rPr>
              <a:t>   (32 icons)</a:t>
            </a:r>
          </a:p>
        </p:txBody>
      </p:sp>
      <p:pic>
        <p:nvPicPr>
          <p:cNvPr id="3" name="Picture 2" descr="Anticipatory a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56304"/>
            <a:ext cx="502920" cy="419111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Anticipatory action</a:t>
            </a:r>
          </a:p>
        </p:txBody>
      </p:sp>
      <p:pic>
        <p:nvPicPr>
          <p:cNvPr id="5" name="Picture 4" descr="Cold w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10701" y="914400"/>
            <a:ext cx="35623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Cold wave</a:t>
            </a:r>
          </a:p>
        </p:txBody>
      </p:sp>
      <p:pic>
        <p:nvPicPr>
          <p:cNvPr id="7" name="Picture 6" descr="Conflic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0" y="914400"/>
            <a:ext cx="50291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Conflict</a:t>
            </a:r>
          </a:p>
        </p:txBody>
      </p:sp>
      <p:pic>
        <p:nvPicPr>
          <p:cNvPr id="9" name="Picture 8" descr="Cycl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522"/>
            <a:ext cx="502920" cy="50267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Cyclone</a:t>
            </a:r>
          </a:p>
        </p:txBody>
      </p:sp>
      <p:pic>
        <p:nvPicPr>
          <p:cNvPr id="11" name="Picture 10" descr="Drough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Drought</a:t>
            </a:r>
          </a:p>
        </p:txBody>
      </p:sp>
      <p:pic>
        <p:nvPicPr>
          <p:cNvPr id="13" name="Picture 12" descr="Earthquak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85510" y="914400"/>
            <a:ext cx="419099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Earthquake</a:t>
            </a:r>
          </a:p>
        </p:txBody>
      </p:sp>
      <p:pic>
        <p:nvPicPr>
          <p:cNvPr id="15" name="Picture 14" descr="Epidem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45832"/>
            <a:ext cx="502920" cy="44005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Epidemic</a:t>
            </a:r>
          </a:p>
        </p:txBody>
      </p:sp>
      <p:pic>
        <p:nvPicPr>
          <p:cNvPr id="17" name="Picture 16" descr="Fam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8632" y="914400"/>
            <a:ext cx="459092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Famine</a:t>
            </a:r>
          </a:p>
        </p:txBody>
      </p:sp>
      <p:pic>
        <p:nvPicPr>
          <p:cNvPr id="19" name="Picture 18" descr="Fi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71621" y="914400"/>
            <a:ext cx="356235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Fire</a:t>
            </a:r>
          </a:p>
        </p:txBody>
      </p:sp>
      <p:pic>
        <p:nvPicPr>
          <p:cNvPr id="21" name="Picture 20" descr="Flash fl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9" y="914400"/>
            <a:ext cx="50291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Flash flood</a:t>
            </a:r>
          </a:p>
        </p:txBody>
      </p:sp>
      <p:pic>
        <p:nvPicPr>
          <p:cNvPr id="23" name="Picture 22" descr="Fl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800" y="1783080"/>
            <a:ext cx="502919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Flood</a:t>
            </a:r>
          </a:p>
        </p:txBody>
      </p:sp>
      <p:pic>
        <p:nvPicPr>
          <p:cNvPr id="25" name="Picture 24" descr="Heatw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10701" y="1783080"/>
            <a:ext cx="356235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Heatwave</a:t>
            </a:r>
          </a:p>
        </p:txBody>
      </p:sp>
      <p:pic>
        <p:nvPicPr>
          <p:cNvPr id="27" name="Picture 26" descr="Heavy ra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24902"/>
            <a:ext cx="502920" cy="41927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Heavy rain</a:t>
            </a:r>
          </a:p>
        </p:txBody>
      </p:sp>
      <p:pic>
        <p:nvPicPr>
          <p:cNvPr id="29" name="Picture 28" descr="Humanitarian acc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Humanitarian access</a:t>
            </a:r>
          </a:p>
        </p:txBody>
      </p:sp>
      <p:pic>
        <p:nvPicPr>
          <p:cNvPr id="31" name="Picture 30" descr="Insect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94"/>
            <a:ext cx="502920" cy="502891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Insect infestation</a:t>
            </a:r>
          </a:p>
        </p:txBody>
      </p:sp>
      <p:pic>
        <p:nvPicPr>
          <p:cNvPr id="33" name="Picture 32" descr="Internally displac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09335"/>
            <a:ext cx="502920" cy="450409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Internally displaced</a:t>
            </a:r>
          </a:p>
        </p:txBody>
      </p:sp>
      <p:pic>
        <p:nvPicPr>
          <p:cNvPr id="35" name="Picture 34" descr="Landslide mudsli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60" y="1783080"/>
            <a:ext cx="502919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Landslide mudslide</a:t>
            </a:r>
          </a:p>
        </p:txBody>
      </p:sp>
      <p:pic>
        <p:nvPicPr>
          <p:cNvPr id="37" name="Picture 36" descr="Locust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35473"/>
            <a:ext cx="502920" cy="398133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Locust infestation</a:t>
            </a:r>
          </a:p>
        </p:txBody>
      </p:sp>
      <p:pic>
        <p:nvPicPr>
          <p:cNvPr id="39" name="Picture 38" descr="Population retur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09316"/>
            <a:ext cx="502920" cy="450446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Population return</a:t>
            </a:r>
          </a:p>
        </p:txBody>
      </p:sp>
      <p:pic>
        <p:nvPicPr>
          <p:cNvPr id="41" name="Picture 40" descr="Pover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212741" y="1783080"/>
            <a:ext cx="377114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Poverty</a:t>
            </a:r>
          </a:p>
        </p:txBody>
      </p:sp>
      <p:pic>
        <p:nvPicPr>
          <p:cNvPr id="43" name="Picture 42" descr="Refuge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6719"/>
            <a:ext cx="502920" cy="49300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Refugee</a:t>
            </a:r>
          </a:p>
        </p:txBody>
      </p:sp>
      <p:pic>
        <p:nvPicPr>
          <p:cNvPr id="45" name="Picture 44" descr="Resili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Resilience</a:t>
            </a:r>
          </a:p>
        </p:txBody>
      </p:sp>
      <p:pic>
        <p:nvPicPr>
          <p:cNvPr id="47" name="Picture 46" descr="Snow avalanch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20" y="2651760"/>
            <a:ext cx="502919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Snow avalanche</a:t>
            </a:r>
          </a:p>
        </p:txBody>
      </p:sp>
      <p:pic>
        <p:nvPicPr>
          <p:cNvPr id="49" name="Picture 48" descr="Snowfal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63314" y="2651760"/>
            <a:ext cx="45725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Snowfall</a:t>
            </a:r>
          </a:p>
        </p:txBody>
      </p:sp>
      <p:pic>
        <p:nvPicPr>
          <p:cNvPr id="51" name="Picture 50" descr="Stor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144" y="2651760"/>
            <a:ext cx="50271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Storm</a:t>
            </a:r>
          </a:p>
        </p:txBody>
      </p:sp>
      <p:pic>
        <p:nvPicPr>
          <p:cNvPr id="53" name="Picture 52" descr="Storm sur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Storm surge</a:t>
            </a:r>
          </a:p>
        </p:txBody>
      </p:sp>
      <p:pic>
        <p:nvPicPr>
          <p:cNvPr id="55" name="Picture 54" descr="Technological disas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77944"/>
            <a:ext cx="502920" cy="450551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Technological disas…</a:t>
            </a:r>
          </a:p>
        </p:txBody>
      </p:sp>
      <p:pic>
        <p:nvPicPr>
          <p:cNvPr id="57" name="Picture 56" descr="Tornad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20" y="2651760"/>
            <a:ext cx="502917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Tornado</a:t>
            </a:r>
          </a:p>
        </p:txBody>
      </p:sp>
      <p:pic>
        <p:nvPicPr>
          <p:cNvPr id="59" name="Picture 58" descr="Tsunami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Tsunami</a:t>
            </a:r>
          </a:p>
        </p:txBody>
      </p:sp>
      <p:pic>
        <p:nvPicPr>
          <p:cNvPr id="61" name="Picture 60" descr="Violent wi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49838" y="2651760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Violent wind</a:t>
            </a:r>
          </a:p>
        </p:txBody>
      </p:sp>
      <p:pic>
        <p:nvPicPr>
          <p:cNvPr id="63" name="Picture 62" descr="Volcan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520440"/>
            <a:ext cx="502920" cy="50292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Volcano</a:t>
            </a:r>
          </a:p>
        </p:txBody>
      </p:sp>
      <p:pic>
        <p:nvPicPr>
          <p:cNvPr id="65" name="Picture 64" descr="Worm infe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805462" y="3520440"/>
            <a:ext cx="366712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Worm infestation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Socioeconomic and development</a:t>
            </a:r>
            <a:r>
              <a:rPr sz="900" b="0">
                <a:solidFill>
                  <a:srgbClr val="888888"/>
                </a:solidFill>
                <a:latin typeface="Arial"/>
              </a:rPr>
              <a:t>   (10 icons)</a:t>
            </a:r>
          </a:p>
        </p:txBody>
      </p:sp>
      <p:pic>
        <p:nvPicPr>
          <p:cNvPr id="3" name="Picture 2" descr="Debris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Debris management</a:t>
            </a:r>
          </a:p>
        </p:txBody>
      </p:sp>
      <p:pic>
        <p:nvPicPr>
          <p:cNvPr id="5" name="Picture 4" descr="Livelih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57619" y="914400"/>
            <a:ext cx="46239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Livelihood</a:t>
            </a:r>
          </a:p>
        </p:txBody>
      </p:sp>
      <p:pic>
        <p:nvPicPr>
          <p:cNvPr id="7" name="Picture 6" descr="Livesto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79189"/>
            <a:ext cx="502920" cy="3733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Livestock</a:t>
            </a:r>
          </a:p>
        </p:txBody>
      </p:sp>
      <p:pic>
        <p:nvPicPr>
          <p:cNvPr id="9" name="Picture 8" descr="Population grow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Population growth</a:t>
            </a:r>
          </a:p>
        </p:txBody>
      </p:sp>
      <p:pic>
        <p:nvPicPr>
          <p:cNvPr id="11" name="Picture 10" descr="Reconstruc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Reconstruction</a:t>
            </a:r>
          </a:p>
        </p:txBody>
      </p:sp>
      <p:pic>
        <p:nvPicPr>
          <p:cNvPr id="13" name="Picture 12" descr="Rur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3"/>
            <a:ext cx="502920" cy="502913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Rural</a:t>
            </a:r>
          </a:p>
        </p:txBody>
      </p:sp>
      <p:pic>
        <p:nvPicPr>
          <p:cNvPr id="15" name="Picture 14" descr="Rural exod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Rural exodus</a:t>
            </a:r>
          </a:p>
        </p:txBody>
      </p:sp>
      <p:pic>
        <p:nvPicPr>
          <p:cNvPr id="17" name="Picture 16" descr="Trade and mar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19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Trade and market</a:t>
            </a:r>
          </a:p>
        </p:txBody>
      </p:sp>
      <p:pic>
        <p:nvPicPr>
          <p:cNvPr id="19" name="Picture 18" descr="Urba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Urban</a:t>
            </a:r>
          </a:p>
        </p:txBody>
      </p:sp>
      <p:pic>
        <p:nvPicPr>
          <p:cNvPr id="21" name="Picture 20" descr="Urban rur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910" y="914400"/>
            <a:ext cx="502776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Urban rural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People</a:t>
            </a:r>
            <a:r>
              <a:rPr sz="900" b="0">
                <a:solidFill>
                  <a:srgbClr val="888888"/>
                </a:solidFill>
                <a:latin typeface="Arial"/>
              </a:rPr>
              <a:t>   (27 icons)</a:t>
            </a:r>
          </a:p>
        </p:txBody>
      </p:sp>
      <p:pic>
        <p:nvPicPr>
          <p:cNvPr id="3" name="Picture 2" descr="Affected popul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2" y="914400"/>
            <a:ext cx="502914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Affected population</a:t>
            </a:r>
          </a:p>
        </p:txBody>
      </p:sp>
      <p:pic>
        <p:nvPicPr>
          <p:cNvPr id="5" name="Picture 4" descr="Child combat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 combatant</a:t>
            </a:r>
          </a:p>
        </p:txBody>
      </p:sp>
      <p:pic>
        <p:nvPicPr>
          <p:cNvPr id="7" name="Picture 6" descr="Childre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72022"/>
            <a:ext cx="502920" cy="38767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Children</a:t>
            </a:r>
          </a:p>
        </p:txBody>
      </p:sp>
      <p:pic>
        <p:nvPicPr>
          <p:cNvPr id="9" name="Picture 8" descr="De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71912" y="914400"/>
            <a:ext cx="44005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Dead</a:t>
            </a:r>
          </a:p>
        </p:txBody>
      </p:sp>
      <p:pic>
        <p:nvPicPr>
          <p:cNvPr id="11" name="Picture 10" descr="Drow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Drowned</a:t>
            </a:r>
          </a:p>
        </p:txBody>
      </p:sp>
      <p:pic>
        <p:nvPicPr>
          <p:cNvPr id="13" name="Picture 12" descr="Elder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3832" y="914400"/>
            <a:ext cx="342455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Elderly</a:t>
            </a:r>
          </a:p>
        </p:txBody>
      </p:sp>
      <p:pic>
        <p:nvPicPr>
          <p:cNvPr id="15" name="Picture 14" descr="Gen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1182" y="914400"/>
            <a:ext cx="350874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Gender</a:t>
            </a:r>
          </a:p>
        </p:txBody>
      </p:sp>
      <p:pic>
        <p:nvPicPr>
          <p:cNvPr id="17" name="Picture 16" descr="Indigenous peo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Indigenous people</a:t>
            </a:r>
          </a:p>
        </p:txBody>
      </p:sp>
      <p:pic>
        <p:nvPicPr>
          <p:cNvPr id="19" name="Picture 18" descr="Inf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01603" y="914400"/>
            <a:ext cx="296271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Infant</a:t>
            </a:r>
          </a:p>
        </p:txBody>
      </p:sp>
      <p:pic>
        <p:nvPicPr>
          <p:cNvPr id="21" name="Picture 20" descr="Inj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54614" y="914400"/>
            <a:ext cx="29337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Injured</a:t>
            </a:r>
          </a:p>
        </p:txBody>
      </p:sp>
      <p:pic>
        <p:nvPicPr>
          <p:cNvPr id="23" name="Picture 22" descr="Miss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17232" y="1783080"/>
            <a:ext cx="44005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Missing</a:t>
            </a:r>
          </a:p>
        </p:txBody>
      </p:sp>
      <p:pic>
        <p:nvPicPr>
          <p:cNvPr id="25" name="Picture 24" descr="National arm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68791" y="1783080"/>
            <a:ext cx="440055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National army</a:t>
            </a:r>
          </a:p>
        </p:txBody>
      </p:sp>
      <p:pic>
        <p:nvPicPr>
          <p:cNvPr id="27" name="Picture 26" descr="Peacekeeping fo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30228"/>
            <a:ext cx="502920" cy="408622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Peacekeeping force</a:t>
            </a:r>
          </a:p>
        </p:txBody>
      </p:sp>
      <p:pic>
        <p:nvPicPr>
          <p:cNvPr id="29" name="Picture 28" descr="Peopl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24990"/>
            <a:ext cx="502920" cy="4191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affected</a:t>
            </a:r>
          </a:p>
        </p:txBody>
      </p:sp>
      <p:pic>
        <p:nvPicPr>
          <p:cNvPr id="31" name="Picture 30" descr="People cove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24990"/>
            <a:ext cx="502920" cy="41910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covered</a:t>
            </a:r>
          </a:p>
        </p:txBody>
      </p:sp>
      <p:pic>
        <p:nvPicPr>
          <p:cNvPr id="33" name="Picture 32" descr="People in ne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56426"/>
            <a:ext cx="502920" cy="356226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in need</a:t>
            </a:r>
          </a:p>
        </p:txBody>
      </p:sp>
      <p:pic>
        <p:nvPicPr>
          <p:cNvPr id="35" name="Picture 34" descr="People in need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66900"/>
            <a:ext cx="502920" cy="33528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in need 2</a:t>
            </a:r>
          </a:p>
        </p:txBody>
      </p:sp>
      <p:pic>
        <p:nvPicPr>
          <p:cNvPr id="37" name="Picture 36" descr="People reach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24990"/>
            <a:ext cx="502920" cy="41910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reached</a:t>
            </a:r>
          </a:p>
        </p:txBody>
      </p:sp>
      <p:pic>
        <p:nvPicPr>
          <p:cNvPr id="39" name="Picture 38" descr="People targe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86" y="1783080"/>
            <a:ext cx="502904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targeted</a:t>
            </a:r>
          </a:p>
        </p:txBody>
      </p:sp>
      <p:pic>
        <p:nvPicPr>
          <p:cNvPr id="41" name="Picture 40" descr="People targeted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824990"/>
            <a:ext cx="502920" cy="41910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targeted 2</a:t>
            </a:r>
          </a:p>
        </p:txBody>
      </p:sp>
      <p:pic>
        <p:nvPicPr>
          <p:cNvPr id="43" name="Picture 42" descr="People with physical impairment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96296" y="2651760"/>
            <a:ext cx="481926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People with physica…</a:t>
            </a:r>
          </a:p>
        </p:txBody>
      </p:sp>
      <p:pic>
        <p:nvPicPr>
          <p:cNvPr id="45" name="Picture 44" descr="Person 1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852663" y="2651760"/>
            <a:ext cx="27231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Person 1</a:t>
            </a:r>
          </a:p>
        </p:txBody>
      </p:sp>
      <p:pic>
        <p:nvPicPr>
          <p:cNvPr id="47" name="Picture 46" descr="Person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904239" y="2651760"/>
            <a:ext cx="272281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Person 2</a:t>
            </a:r>
          </a:p>
        </p:txBody>
      </p:sp>
      <p:pic>
        <p:nvPicPr>
          <p:cNvPr id="49" name="Picture 48" descr="Pregna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45249" y="2651760"/>
            <a:ext cx="29338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Pregnant</a:t>
            </a:r>
          </a:p>
        </p:txBody>
      </p:sp>
      <p:pic>
        <p:nvPicPr>
          <p:cNvPr id="51" name="Picture 50" descr="Reb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19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Rebel</a:t>
            </a:r>
          </a:p>
        </p:txBody>
      </p:sp>
      <p:pic>
        <p:nvPicPr>
          <p:cNvPr id="53" name="Picture 52" descr="Resettl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615" y="2651760"/>
            <a:ext cx="502888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Resettlement</a:t>
            </a:r>
          </a:p>
        </p:txBody>
      </p:sp>
      <p:pic>
        <p:nvPicPr>
          <p:cNvPr id="55" name="Picture 54" descr="Sex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7110412" y="2651760"/>
            <a:ext cx="272415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Activities strategy</a:t>
            </a:r>
            <a:r>
              <a:rPr sz="900" b="0">
                <a:solidFill>
                  <a:srgbClr val="888888"/>
                </a:solidFill>
                <a:latin typeface="Arial"/>
              </a:rPr>
              <a:t>   (35 icons)</a:t>
            </a:r>
          </a:p>
        </p:txBody>
      </p:sp>
      <p:pic>
        <p:nvPicPr>
          <p:cNvPr id="3" name="Picture 2" descr="Advocac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92858"/>
            <a:ext cx="502920" cy="34600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Advocacy</a:t>
            </a:r>
          </a:p>
        </p:txBody>
      </p:sp>
      <p:pic>
        <p:nvPicPr>
          <p:cNvPr id="5" name="Picture 4" descr="Ag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8791" y="914400"/>
            <a:ext cx="44005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Agile</a:t>
            </a:r>
          </a:p>
        </p:txBody>
      </p:sp>
      <p:pic>
        <p:nvPicPr>
          <p:cNvPr id="7" name="Picture 6" descr="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19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Analysis</a:t>
            </a:r>
          </a:p>
        </p:txBody>
      </p:sp>
      <p:pic>
        <p:nvPicPr>
          <p:cNvPr id="9" name="Picture 8" descr="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Assessment</a:t>
            </a:r>
          </a:p>
        </p:txBody>
      </p:sp>
      <p:pic>
        <p:nvPicPr>
          <p:cNvPr id="11" name="Picture 10" descr="Cash transf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Cash transfer</a:t>
            </a:r>
          </a:p>
        </p:txBody>
      </p:sp>
      <p:pic>
        <p:nvPicPr>
          <p:cNvPr id="13" name="Picture 12" descr="Civil military coordin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809" y="914400"/>
            <a:ext cx="50250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Civil military coor…</a:t>
            </a:r>
          </a:p>
        </p:txBody>
      </p:sp>
      <p:pic>
        <p:nvPicPr>
          <p:cNvPr id="15" name="Picture 14" descr="Community eng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2"/>
            <a:ext cx="502920" cy="50291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Community engagement</a:t>
            </a:r>
          </a:p>
        </p:txBody>
      </p:sp>
      <p:pic>
        <p:nvPicPr>
          <p:cNvPr id="17" name="Picture 16" descr="Coordinated 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Coordinated assessm…</a:t>
            </a:r>
          </a:p>
        </p:txBody>
      </p:sp>
      <p:pic>
        <p:nvPicPr>
          <p:cNvPr id="19" name="Picture 18" descr="Deploy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379" y="914400"/>
            <a:ext cx="502718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Deployment</a:t>
            </a:r>
          </a:p>
        </p:txBody>
      </p:sp>
      <p:pic>
        <p:nvPicPr>
          <p:cNvPr id="21" name="Picture 20" descr="Financ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1008697"/>
            <a:ext cx="502920" cy="31432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Financing</a:t>
            </a:r>
          </a:p>
        </p:txBody>
      </p:sp>
      <p:pic>
        <p:nvPicPr>
          <p:cNvPr id="23" name="Picture 22" descr="Fu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48703" y="1783080"/>
            <a:ext cx="377113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Fund</a:t>
            </a:r>
          </a:p>
        </p:txBody>
      </p:sp>
      <p:pic>
        <p:nvPicPr>
          <p:cNvPr id="25" name="Picture 24" descr="Gap analysi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Gap analysis</a:t>
            </a:r>
          </a:p>
        </p:txBody>
      </p:sp>
      <p:pic>
        <p:nvPicPr>
          <p:cNvPr id="27" name="Picture 26" descr="Humanitarian programme cyc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36" y="1783080"/>
            <a:ext cx="502886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Humanitarian progra…</a:t>
            </a:r>
          </a:p>
        </p:txBody>
      </p:sp>
      <p:pic>
        <p:nvPicPr>
          <p:cNvPr id="29" name="Picture 28" descr="Information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03697"/>
            <a:ext cx="502920" cy="461685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Information managem…</a:t>
            </a:r>
          </a:p>
        </p:txBody>
      </p:sp>
      <p:pic>
        <p:nvPicPr>
          <p:cNvPr id="31" name="Picture 30" descr="Information technolog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Information technol…</a:t>
            </a:r>
          </a:p>
        </p:txBody>
      </p:sp>
      <p:pic>
        <p:nvPicPr>
          <p:cNvPr id="33" name="Picture 32" descr="Innov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601" y="1783080"/>
            <a:ext cx="502916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Innovation</a:t>
            </a:r>
          </a:p>
        </p:txBody>
      </p:sp>
      <p:pic>
        <p:nvPicPr>
          <p:cNvPr id="35" name="Picture 34" descr="Leader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66830"/>
            <a:ext cx="502920" cy="335419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Leadership</a:t>
            </a:r>
          </a:p>
        </p:txBody>
      </p:sp>
      <p:pic>
        <p:nvPicPr>
          <p:cNvPr id="37" name="Picture 36" descr="Learn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Learning</a:t>
            </a:r>
          </a:p>
        </p:txBody>
      </p:sp>
      <p:pic>
        <p:nvPicPr>
          <p:cNvPr id="39" name="Picture 38" descr="Mee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Meeting</a:t>
            </a:r>
          </a:p>
        </p:txBody>
      </p:sp>
      <p:pic>
        <p:nvPicPr>
          <p:cNvPr id="41" name="Picture 40" descr="Monitor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19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Monitoring</a:t>
            </a:r>
          </a:p>
        </p:txBody>
      </p:sp>
      <p:pic>
        <p:nvPicPr>
          <p:cNvPr id="43" name="Picture 42" descr="Needs assess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69619" y="2651760"/>
            <a:ext cx="33528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Needs assessment</a:t>
            </a:r>
          </a:p>
        </p:txBody>
      </p:sp>
      <p:pic>
        <p:nvPicPr>
          <p:cNvPr id="45" name="Picture 44" descr="Partner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72"/>
            <a:ext cx="502920" cy="50289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Partnership</a:t>
            </a:r>
          </a:p>
        </p:txBody>
      </p:sp>
      <p:pic>
        <p:nvPicPr>
          <p:cNvPr id="47" name="Picture 46" descr="Polic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83467"/>
            <a:ext cx="502920" cy="439505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Policy</a:t>
            </a:r>
          </a:p>
        </p:txBody>
      </p:sp>
      <p:pic>
        <p:nvPicPr>
          <p:cNvPr id="49" name="Picture 48" descr="Preparedn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51760"/>
            <a:ext cx="50292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Preparedness</a:t>
            </a:r>
          </a:p>
        </p:txBody>
      </p:sp>
      <p:pic>
        <p:nvPicPr>
          <p:cNvPr id="51" name="Picture 50" descr="Public inform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996815" y="2651760"/>
            <a:ext cx="29337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Public information</a:t>
            </a:r>
          </a:p>
        </p:txBody>
      </p:sp>
      <p:pic>
        <p:nvPicPr>
          <p:cNvPr id="53" name="Picture 52" descr="Repor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717" y="2651760"/>
            <a:ext cx="502685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Reporting</a:t>
            </a:r>
          </a:p>
        </p:txBody>
      </p:sp>
      <p:pic>
        <p:nvPicPr>
          <p:cNvPr id="55" name="Picture 54" descr="Respon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51760"/>
            <a:ext cx="50292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Response</a:t>
            </a:r>
          </a:p>
        </p:txBody>
      </p:sp>
      <p:pic>
        <p:nvPicPr>
          <p:cNvPr id="57" name="Picture 56" descr="Scale down ope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60"/>
            <a:ext cx="50292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Scale down operation</a:t>
            </a:r>
          </a:p>
        </p:txBody>
      </p:sp>
      <p:pic>
        <p:nvPicPr>
          <p:cNvPr id="59" name="Picture 58" descr="Scale up ope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Scale up operation</a:t>
            </a:r>
          </a:p>
        </p:txBody>
      </p:sp>
      <p:pic>
        <p:nvPicPr>
          <p:cNvPr id="61" name="Picture 60" descr="Search and rescu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209630" y="2651760"/>
            <a:ext cx="383337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Search and rescue</a:t>
            </a:r>
          </a:p>
        </p:txBody>
      </p:sp>
      <p:pic>
        <p:nvPicPr>
          <p:cNvPr id="63" name="Picture 62" descr="Services and tool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520440"/>
            <a:ext cx="502920" cy="50292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Services and tools</a:t>
            </a:r>
          </a:p>
        </p:txBody>
      </p:sp>
      <p:pic>
        <p:nvPicPr>
          <p:cNvPr id="65" name="Picture 64" descr="Sexual and reproductive healt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737358" y="3551847"/>
            <a:ext cx="502920" cy="440104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Sexual and reproduc…</a:t>
            </a:r>
          </a:p>
        </p:txBody>
      </p:sp>
      <p:pic>
        <p:nvPicPr>
          <p:cNvPr id="67" name="Picture 66" descr="Staff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2:svgBlip xmlns:ns32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788919" y="3520440"/>
            <a:ext cx="502920" cy="502920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1460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Staff management</a:t>
            </a:r>
          </a:p>
        </p:txBody>
      </p:sp>
      <p:pic>
        <p:nvPicPr>
          <p:cNvPr id="69" name="Picture 68" descr="Top ran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3:svgBlip xmlns:ns33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40479" y="3520440"/>
            <a:ext cx="502920" cy="502919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56616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Top ranking</a:t>
            </a:r>
          </a:p>
        </p:txBody>
      </p:sp>
      <p:pic>
        <p:nvPicPr>
          <p:cNvPr id="71" name="Picture 70" descr="Train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4:svgBlip xmlns:ns34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892039" y="3520440"/>
            <a:ext cx="502920" cy="5029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61772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Training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Product type</a:t>
            </a:r>
            <a:r>
              <a:rPr sz="900" b="0">
                <a:solidFill>
                  <a:srgbClr val="888888"/>
                </a:solidFill>
                <a:latin typeface="Arial"/>
              </a:rPr>
              <a:t>   (14 icons)</a:t>
            </a:r>
          </a:p>
        </p:txBody>
      </p:sp>
      <p:pic>
        <p:nvPicPr>
          <p:cNvPr id="3" name="Picture 2" descr="API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35354"/>
            <a:ext cx="502920" cy="46101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API</a:t>
            </a:r>
          </a:p>
        </p:txBody>
      </p:sp>
      <p:pic>
        <p:nvPicPr>
          <p:cNvPr id="5" name="Picture 4" descr="Calend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68791" y="914400"/>
            <a:ext cx="440055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Calendar</a:t>
            </a:r>
          </a:p>
        </p:txBody>
      </p:sp>
      <p:pic>
        <p:nvPicPr>
          <p:cNvPr id="7" name="Picture 6" descr="Cha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35354"/>
            <a:ext cx="502920" cy="46101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Chart</a:t>
            </a:r>
          </a:p>
        </p:txBody>
      </p:sp>
      <p:pic>
        <p:nvPicPr>
          <p:cNvPr id="9" name="Picture 8" descr="Dat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3344" y="914400"/>
            <a:ext cx="37719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Data</a:t>
            </a:r>
          </a:p>
        </p:txBody>
      </p:sp>
      <p:pic>
        <p:nvPicPr>
          <p:cNvPr id="11" name="Picture 10" descr="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619" y="914400"/>
            <a:ext cx="36576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Document</a:t>
            </a:r>
          </a:p>
        </p:txBody>
      </p:sp>
      <p:pic>
        <p:nvPicPr>
          <p:cNvPr id="13" name="Picture 12" descr="Fil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51071"/>
            <a:ext cx="502920" cy="4295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Film</a:t>
            </a:r>
          </a:p>
        </p:txBody>
      </p:sp>
      <p:pic>
        <p:nvPicPr>
          <p:cNvPr id="15" name="Picture 14" descr="Live geoservice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78979" y="914400"/>
            <a:ext cx="33528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Live geoservices</a:t>
            </a:r>
          </a:p>
        </p:txBody>
      </p:sp>
      <p:pic>
        <p:nvPicPr>
          <p:cNvPr id="17" name="Picture 16" descr="Lo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30074" y="914400"/>
            <a:ext cx="336208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Location</a:t>
            </a:r>
          </a:p>
        </p:txBody>
      </p:sp>
      <p:pic>
        <p:nvPicPr>
          <p:cNvPr id="19" name="Picture 18" descr="Ma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56310"/>
            <a:ext cx="502920" cy="4191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Map</a:t>
            </a:r>
          </a:p>
        </p:txBody>
      </p:sp>
      <p:pic>
        <p:nvPicPr>
          <p:cNvPr id="21" name="Picture 20" descr="P-cod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12694" y="914400"/>
            <a:ext cx="37720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P-code</a:t>
            </a:r>
          </a:p>
        </p:txBody>
      </p:sp>
      <p:pic>
        <p:nvPicPr>
          <p:cNvPr id="23" name="Picture 22" descr="Phot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866900"/>
            <a:ext cx="502920" cy="33528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Photo</a:t>
            </a:r>
          </a:p>
        </p:txBody>
      </p:sp>
      <p:pic>
        <p:nvPicPr>
          <p:cNvPr id="25" name="Picture 24" descr="Re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00223" y="1783080"/>
            <a:ext cx="37719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Report</a:t>
            </a:r>
          </a:p>
        </p:txBody>
      </p:sp>
      <p:pic>
        <p:nvPicPr>
          <p:cNvPr id="27" name="Picture 26" descr="Tab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Table</a:t>
            </a:r>
          </a:p>
        </p:txBody>
      </p:sp>
      <p:pic>
        <p:nvPicPr>
          <p:cNvPr id="29" name="Picture 28" descr="Vide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Video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Food and non-food items</a:t>
            </a:r>
            <a:r>
              <a:rPr sz="900" b="0">
                <a:solidFill>
                  <a:srgbClr val="888888"/>
                </a:solidFill>
                <a:latin typeface="Arial"/>
              </a:rPr>
              <a:t>   (25 icons)</a:t>
            </a:r>
          </a:p>
        </p:txBody>
      </p:sp>
      <p:pic>
        <p:nvPicPr>
          <p:cNvPr id="3" name="Picture 2" descr="Blan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11523" y="914400"/>
            <a:ext cx="251473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Blanket</a:t>
            </a:r>
          </a:p>
        </p:txBody>
      </p:sp>
      <p:pic>
        <p:nvPicPr>
          <p:cNvPr id="5" name="Picture 4" descr="Bottled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84043" y="914400"/>
            <a:ext cx="20955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Bottled water</a:t>
            </a:r>
          </a:p>
        </p:txBody>
      </p:sp>
      <p:pic>
        <p:nvPicPr>
          <p:cNvPr id="7" name="Picture 6" descr="Buc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41307" y="914400"/>
            <a:ext cx="39814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Bucket</a:t>
            </a:r>
          </a:p>
        </p:txBody>
      </p:sp>
      <p:pic>
        <p:nvPicPr>
          <p:cNvPr id="9" name="Picture 8" descr="Cloth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45832"/>
            <a:ext cx="502920" cy="440055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Clothing</a:t>
            </a:r>
          </a:p>
        </p:txBody>
      </p:sp>
      <p:pic>
        <p:nvPicPr>
          <p:cNvPr id="11" name="Picture 10" descr="Deterg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86337" y="914400"/>
            <a:ext cx="314325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Detergent</a:t>
            </a:r>
          </a:p>
        </p:txBody>
      </p:sp>
      <p:pic>
        <p:nvPicPr>
          <p:cNvPr id="13" name="Picture 12" descr="Flou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7419" y="914400"/>
            <a:ext cx="33528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Flour</a:t>
            </a:r>
          </a:p>
        </p:txBody>
      </p:sp>
      <p:pic>
        <p:nvPicPr>
          <p:cNvPr id="15" name="Picture 14" descr="Foo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92981"/>
            <a:ext cx="502920" cy="345757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</a:t>
            </a:r>
          </a:p>
        </p:txBody>
      </p:sp>
      <p:pic>
        <p:nvPicPr>
          <p:cNvPr id="17" name="Picture 16" descr="Kitchen s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Kitchen set</a:t>
            </a:r>
          </a:p>
        </p:txBody>
      </p:sp>
      <p:pic>
        <p:nvPicPr>
          <p:cNvPr id="19" name="Picture 18" descr="Mattres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213531" y="914400"/>
            <a:ext cx="272415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Mattress</a:t>
            </a:r>
          </a:p>
        </p:txBody>
      </p:sp>
      <p:pic>
        <p:nvPicPr>
          <p:cNvPr id="21" name="Picture 20" descr="Medical suppl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51071"/>
            <a:ext cx="502920" cy="429577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Medical supply</a:t>
            </a:r>
          </a:p>
        </p:txBody>
      </p:sp>
      <p:pic>
        <p:nvPicPr>
          <p:cNvPr id="23" name="Picture 22" descr="Medic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19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Medicine</a:t>
            </a:r>
          </a:p>
        </p:txBody>
      </p:sp>
      <p:pic>
        <p:nvPicPr>
          <p:cNvPr id="25" name="Picture 24" descr="Mosquito n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19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Mosquito net</a:t>
            </a:r>
          </a:p>
        </p:txBody>
      </p:sp>
      <p:pic>
        <p:nvPicPr>
          <p:cNvPr id="27" name="Picture 26" descr="Non food item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Non food items</a:t>
            </a:r>
          </a:p>
        </p:txBody>
      </p:sp>
      <p:pic>
        <p:nvPicPr>
          <p:cNvPr id="29" name="Picture 28" descr="Non food items 2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51183"/>
            <a:ext cx="502920" cy="366712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Non food items 2</a:t>
            </a:r>
          </a:p>
        </p:txBody>
      </p:sp>
      <p:pic>
        <p:nvPicPr>
          <p:cNvPr id="31" name="Picture 30" descr="O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5038724" y="1783080"/>
            <a:ext cx="20955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Oil</a:t>
            </a:r>
          </a:p>
        </p:txBody>
      </p:sp>
      <p:pic>
        <p:nvPicPr>
          <p:cNvPr id="33" name="Picture 32" descr="Plastic shee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Plastic sheeting</a:t>
            </a:r>
          </a:p>
        </p:txBody>
      </p:sp>
      <p:pic>
        <p:nvPicPr>
          <p:cNvPr id="35" name="Picture 34" descr="Relief good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68501" y="1783080"/>
            <a:ext cx="356236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Relief goods</a:t>
            </a:r>
          </a:p>
        </p:txBody>
      </p:sp>
      <p:pic>
        <p:nvPicPr>
          <p:cNvPr id="37" name="Picture 36" descr="R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882616"/>
            <a:ext cx="502920" cy="303846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Rice</a:t>
            </a:r>
          </a:p>
        </p:txBody>
      </p:sp>
      <p:pic>
        <p:nvPicPr>
          <p:cNvPr id="39" name="Picture 38" descr="Sal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192576" y="1783080"/>
            <a:ext cx="314325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Salt</a:t>
            </a:r>
          </a:p>
        </p:txBody>
      </p:sp>
      <p:pic>
        <p:nvPicPr>
          <p:cNvPr id="41" name="Picture 40" descr="Soa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Soap</a:t>
            </a:r>
          </a:p>
        </p:txBody>
      </p:sp>
      <p:pic>
        <p:nvPicPr>
          <p:cNvPr id="43" name="Picture 42" descr="Sto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Stove</a:t>
            </a:r>
          </a:p>
        </p:txBody>
      </p:sp>
      <p:pic>
        <p:nvPicPr>
          <p:cNvPr id="45" name="Picture 44" descr="Sug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19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Sugar</a:t>
            </a:r>
          </a:p>
        </p:txBody>
      </p:sp>
      <p:pic>
        <p:nvPicPr>
          <p:cNvPr id="47" name="Picture 46" descr="Tarpaul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17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Tarpaulin</a:t>
            </a:r>
          </a:p>
        </p:txBody>
      </p:sp>
      <p:pic>
        <p:nvPicPr>
          <p:cNvPr id="49" name="Picture 48" descr="T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93683"/>
            <a:ext cx="502920" cy="419073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Tent</a:t>
            </a:r>
          </a:p>
        </p:txBody>
      </p:sp>
      <p:pic>
        <p:nvPicPr>
          <p:cNvPr id="51" name="Picture 50" descr="Vacc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Vaccine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Water sanitation and hygiene</a:t>
            </a:r>
            <a:r>
              <a:rPr sz="900" b="0">
                <a:solidFill>
                  <a:srgbClr val="888888"/>
                </a:solidFill>
                <a:latin typeface="Arial"/>
              </a:rPr>
              <a:t>   (13 icons)</a:t>
            </a:r>
          </a:p>
        </p:txBody>
      </p:sp>
      <p:pic>
        <p:nvPicPr>
          <p:cNvPr id="3" name="Picture 2" descr="Boreho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Borehole</a:t>
            </a:r>
          </a:p>
        </p:txBody>
      </p:sp>
      <p:pic>
        <p:nvPicPr>
          <p:cNvPr id="5" name="Picture 4" descr="Communal latr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Communal latrine</a:t>
            </a:r>
          </a:p>
        </p:txBody>
      </p:sp>
      <p:pic>
        <p:nvPicPr>
          <p:cNvPr id="7" name="Picture 6" descr="Latrine cab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925127" y="914400"/>
            <a:ext cx="230505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Latrine cabin</a:t>
            </a:r>
          </a:p>
        </p:txBody>
      </p:sp>
      <p:pic>
        <p:nvPicPr>
          <p:cNvPr id="9" name="Picture 8" descr="Potable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09018" y="914400"/>
            <a:ext cx="365843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Potable water</a:t>
            </a:r>
          </a:p>
        </p:txBody>
      </p:sp>
      <p:pic>
        <p:nvPicPr>
          <p:cNvPr id="11" name="Picture 10" descr="Potable water sou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60578" y="914400"/>
            <a:ext cx="365843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Potable water source</a:t>
            </a:r>
          </a:p>
        </p:txBody>
      </p:sp>
      <p:pic>
        <p:nvPicPr>
          <p:cNvPr id="13" name="Picture 12" descr="Sani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22"/>
            <a:ext cx="502920" cy="50287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Sanitation</a:t>
            </a:r>
          </a:p>
        </p:txBody>
      </p:sp>
      <p:pic>
        <p:nvPicPr>
          <p:cNvPr id="15" name="Picture 14" descr="Sh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6592" y="914400"/>
            <a:ext cx="44005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Shower</a:t>
            </a:r>
          </a:p>
        </p:txBody>
      </p:sp>
      <p:pic>
        <p:nvPicPr>
          <p:cNvPr id="17" name="Picture 16" descr="Solid was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20061" y="914400"/>
            <a:ext cx="356235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Solid waste</a:t>
            </a:r>
          </a:p>
        </p:txBody>
      </p:sp>
      <p:pic>
        <p:nvPicPr>
          <p:cNvPr id="19" name="Picture 18" descr="Spring wa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Spring water</a:t>
            </a:r>
          </a:p>
        </p:txBody>
      </p:sp>
      <p:pic>
        <p:nvPicPr>
          <p:cNvPr id="21" name="Picture 20" descr="Submersible pu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52"/>
            <a:ext cx="502920" cy="50281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Submersible pump</a:t>
            </a:r>
          </a:p>
        </p:txBody>
      </p:sp>
      <p:pic>
        <p:nvPicPr>
          <p:cNvPr id="23" name="Picture 22" descr="Toil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91021" y="1783080"/>
            <a:ext cx="292477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Toilet</a:t>
            </a:r>
          </a:p>
        </p:txBody>
      </p:sp>
      <p:pic>
        <p:nvPicPr>
          <p:cNvPr id="25" name="Picture 24" descr="Water sour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10701" y="1783080"/>
            <a:ext cx="356234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source</a:t>
            </a:r>
          </a:p>
        </p:txBody>
      </p:sp>
      <p:pic>
        <p:nvPicPr>
          <p:cNvPr id="27" name="Picture 26" descr="Water truc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77377"/>
            <a:ext cx="502920" cy="314325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Water trucking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Camp</a:t>
            </a:r>
            <a:r>
              <a:rPr sz="900" b="0">
                <a:solidFill>
                  <a:srgbClr val="888888"/>
                </a:solidFill>
                <a:latin typeface="Arial"/>
              </a:rPr>
              <a:t>   (6 icons)</a:t>
            </a:r>
          </a:p>
        </p:txBody>
      </p:sp>
      <p:pic>
        <p:nvPicPr>
          <p:cNvPr id="3" name="Picture 2" descr="IDP refugee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13"/>
            <a:ext cx="502920" cy="50289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IDP refugee camp</a:t>
            </a:r>
          </a:p>
        </p:txBody>
      </p:sp>
      <p:pic>
        <p:nvPicPr>
          <p:cNvPr id="5" name="Picture 4" descr="Permanent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1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Permanent camp</a:t>
            </a:r>
          </a:p>
        </p:txBody>
      </p:sp>
      <p:pic>
        <p:nvPicPr>
          <p:cNvPr id="7" name="Picture 6" descr="Registr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98220"/>
            <a:ext cx="502920" cy="3352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Registration</a:t>
            </a:r>
          </a:p>
        </p:txBody>
      </p:sp>
      <p:pic>
        <p:nvPicPr>
          <p:cNvPr id="9" name="Picture 8" descr="Spontaneous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71905" y="914400"/>
            <a:ext cx="440068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Spontaneous site</a:t>
            </a:r>
          </a:p>
        </p:txBody>
      </p:sp>
      <p:pic>
        <p:nvPicPr>
          <p:cNvPr id="11" name="Picture 10" descr="Temporary cam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30112"/>
            <a:ext cx="502920" cy="47149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Temporary camp</a:t>
            </a:r>
          </a:p>
        </p:txBody>
      </p:sp>
      <p:pic>
        <p:nvPicPr>
          <p:cNvPr id="13" name="Picture 12" descr="Transition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35349"/>
            <a:ext cx="502920" cy="461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Transition site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Security and incident</a:t>
            </a:r>
            <a:r>
              <a:rPr sz="900" b="0">
                <a:solidFill>
                  <a:srgbClr val="888888"/>
                </a:solidFill>
                <a:latin typeface="Arial"/>
              </a:rPr>
              <a:t>   (16 icons)</a:t>
            </a:r>
          </a:p>
        </p:txBody>
      </p:sp>
      <p:pic>
        <p:nvPicPr>
          <p:cNvPr id="3" name="Picture 2" descr="Abduction kidnapp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Abduction kidnapping</a:t>
            </a:r>
          </a:p>
        </p:txBody>
      </p:sp>
      <p:pic>
        <p:nvPicPr>
          <p:cNvPr id="5" name="Picture 4" descr="Arrest deten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Arrest detention</a:t>
            </a:r>
          </a:p>
        </p:txBody>
      </p:sp>
      <p:pic>
        <p:nvPicPr>
          <p:cNvPr id="7" name="Picture 6" descr="Assaul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5" y="914400"/>
            <a:ext cx="502908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Assault</a:t>
            </a:r>
          </a:p>
        </p:txBody>
      </p:sp>
      <p:pic>
        <p:nvPicPr>
          <p:cNvPr id="9" name="Picture 8" descr="Atta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7"/>
            <a:ext cx="502920" cy="5029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Attack</a:t>
            </a:r>
          </a:p>
        </p:txBody>
      </p:sp>
      <p:pic>
        <p:nvPicPr>
          <p:cNvPr id="11" name="Picture 10" descr="Carjack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1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Carjacking</a:t>
            </a:r>
          </a:p>
        </p:txBody>
      </p:sp>
      <p:pic>
        <p:nvPicPr>
          <p:cNvPr id="13" name="Picture 12" descr="Confi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Confined</a:t>
            </a:r>
          </a:p>
        </p:txBody>
      </p:sp>
      <p:pic>
        <p:nvPicPr>
          <p:cNvPr id="15" name="Picture 14" descr="Dangerous are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1271" y="914400"/>
            <a:ext cx="450697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Dangerous area</a:t>
            </a:r>
          </a:p>
        </p:txBody>
      </p:sp>
      <p:pic>
        <p:nvPicPr>
          <p:cNvPr id="17" name="Picture 16" descr="Forced ent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Forced entry</a:t>
            </a:r>
          </a:p>
        </p:txBody>
      </p:sp>
      <p:pic>
        <p:nvPicPr>
          <p:cNvPr id="19" name="Picture 18" descr="Forced recruit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19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Forced recruitment</a:t>
            </a:r>
          </a:p>
        </p:txBody>
      </p:sp>
      <p:pic>
        <p:nvPicPr>
          <p:cNvPr id="21" name="Picture 20" descr="Gender based viol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81271" y="914400"/>
            <a:ext cx="440055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Gender based violen…</a:t>
            </a:r>
          </a:p>
        </p:txBody>
      </p:sp>
      <p:pic>
        <p:nvPicPr>
          <p:cNvPr id="23" name="Picture 22" descr="Harassment intimid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3"/>
            <a:ext cx="502920" cy="502912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Harassment intimida…</a:t>
            </a:r>
          </a:p>
        </p:txBody>
      </p:sp>
      <p:pic>
        <p:nvPicPr>
          <p:cNvPr id="25" name="Picture 24" descr="House burn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burned</a:t>
            </a:r>
          </a:p>
        </p:txBody>
      </p:sp>
      <p:pic>
        <p:nvPicPr>
          <p:cNvPr id="27" name="Picture 26" descr="Mi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Mine</a:t>
            </a:r>
          </a:p>
        </p:txBody>
      </p:sp>
      <p:pic>
        <p:nvPicPr>
          <p:cNvPr id="29" name="Picture 28" descr="Mur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71912" y="1783080"/>
            <a:ext cx="440054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Murder</a:t>
            </a:r>
          </a:p>
        </p:txBody>
      </p:sp>
      <p:pic>
        <p:nvPicPr>
          <p:cNvPr id="31" name="Picture 30" descr="Robbe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Robbery</a:t>
            </a:r>
          </a:p>
        </p:txBody>
      </p:sp>
      <p:pic>
        <p:nvPicPr>
          <p:cNvPr id="33" name="Picture 32" descr="Sexual violen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Sexual violence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Physical barriers</a:t>
            </a:r>
            <a:r>
              <a:rPr sz="900" b="0">
                <a:solidFill>
                  <a:srgbClr val="888888"/>
                </a:solidFill>
                <a:latin typeface="Arial"/>
              </a:rPr>
              <a:t>   (8 icons)</a:t>
            </a:r>
          </a:p>
        </p:txBody>
      </p:sp>
      <p:pic>
        <p:nvPicPr>
          <p:cNvPr id="3" name="Picture 2" descr="Border cross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Border crossing</a:t>
            </a:r>
          </a:p>
        </p:txBody>
      </p:sp>
      <p:pic>
        <p:nvPicPr>
          <p:cNvPr id="5" name="Picture 4" descr="Checkpo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Checkpoint</a:t>
            </a:r>
          </a:p>
        </p:txBody>
      </p:sp>
      <p:pic>
        <p:nvPicPr>
          <p:cNvPr id="7" name="Picture 6" descr="Earthmoun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1029652"/>
            <a:ext cx="502920" cy="27241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Earthmound</a:t>
            </a:r>
          </a:p>
        </p:txBody>
      </p:sp>
      <p:pic>
        <p:nvPicPr>
          <p:cNvPr id="9" name="Picture 8" descr="Military ga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1019175"/>
            <a:ext cx="502920" cy="29337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Military gate</a:t>
            </a:r>
          </a:p>
        </p:txBody>
      </p:sp>
      <p:pic>
        <p:nvPicPr>
          <p:cNvPr id="11" name="Picture 10" descr="Observation t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54905" y="914400"/>
            <a:ext cx="377189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Observation tower</a:t>
            </a:r>
          </a:p>
        </p:txBody>
      </p:sp>
      <p:pic>
        <p:nvPicPr>
          <p:cNvPr id="13" name="Picture 12" descr="Physical clos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Physical closure</a:t>
            </a:r>
          </a:p>
        </p:txBody>
      </p:sp>
      <p:pic>
        <p:nvPicPr>
          <p:cNvPr id="15" name="Picture 14" descr="Road barri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1008697"/>
            <a:ext cx="502920" cy="3143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barrier</a:t>
            </a:r>
          </a:p>
        </p:txBody>
      </p:sp>
      <p:pic>
        <p:nvPicPr>
          <p:cNvPr id="17" name="Picture 16" descr="Roadblo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1029652"/>
            <a:ext cx="502920" cy="27241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Roadblock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Damage</a:t>
            </a:r>
            <a:r>
              <a:rPr sz="900" b="0">
                <a:solidFill>
                  <a:srgbClr val="888888"/>
                </a:solidFill>
                <a:latin typeface="Arial"/>
              </a:rPr>
              <a:t>   (30 icons)</a:t>
            </a:r>
          </a:p>
        </p:txBody>
      </p:sp>
      <p:pic>
        <p:nvPicPr>
          <p:cNvPr id="3" name="Picture 2" descr="Airpor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0" y="914400"/>
            <a:ext cx="502919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affected</a:t>
            </a:r>
          </a:p>
        </p:txBody>
      </p:sp>
      <p:pic>
        <p:nvPicPr>
          <p:cNvPr id="5" name="Picture 4" descr="Airport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9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destroyed</a:t>
            </a:r>
          </a:p>
        </p:txBody>
      </p:sp>
      <p:pic>
        <p:nvPicPr>
          <p:cNvPr id="7" name="Picture 6" descr="Airport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20" y="914400"/>
            <a:ext cx="502919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not affected</a:t>
            </a:r>
          </a:p>
        </p:txBody>
      </p:sp>
      <p:pic>
        <p:nvPicPr>
          <p:cNvPr id="9" name="Picture 8" descr="Bridg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affected</a:t>
            </a:r>
          </a:p>
        </p:txBody>
      </p:sp>
      <p:pic>
        <p:nvPicPr>
          <p:cNvPr id="11" name="Picture 10" descr="Bridge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destroyed</a:t>
            </a:r>
          </a:p>
        </p:txBody>
      </p:sp>
      <p:pic>
        <p:nvPicPr>
          <p:cNvPr id="13" name="Picture 12" descr="Bridge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not affected</a:t>
            </a:r>
          </a:p>
        </p:txBody>
      </p:sp>
      <p:pic>
        <p:nvPicPr>
          <p:cNvPr id="15" name="Picture 14" descr="Building facil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a…</a:t>
            </a:r>
          </a:p>
        </p:txBody>
      </p:sp>
      <p:pic>
        <p:nvPicPr>
          <p:cNvPr id="17" name="Picture 16" descr="Building facility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d…</a:t>
            </a:r>
          </a:p>
        </p:txBody>
      </p:sp>
      <p:pic>
        <p:nvPicPr>
          <p:cNvPr id="19" name="Picture 18" descr="Building facil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facility n…</a:t>
            </a:r>
          </a:p>
        </p:txBody>
      </p:sp>
      <p:pic>
        <p:nvPicPr>
          <p:cNvPr id="21" name="Picture 20" descr="Damaged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Damaged affected</a:t>
            </a:r>
          </a:p>
        </p:txBody>
      </p:sp>
      <p:pic>
        <p:nvPicPr>
          <p:cNvPr id="23" name="Picture 22" descr="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Destroyed</a:t>
            </a:r>
          </a:p>
        </p:txBody>
      </p:sp>
      <p:pic>
        <p:nvPicPr>
          <p:cNvPr id="25" name="Picture 24" descr="Health facil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783080"/>
            <a:ext cx="50292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aff…</a:t>
            </a:r>
          </a:p>
        </p:txBody>
      </p:sp>
      <p:pic>
        <p:nvPicPr>
          <p:cNvPr id="27" name="Picture 26" descr="Health facility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des…</a:t>
            </a:r>
          </a:p>
        </p:txBody>
      </p:sp>
      <p:pic>
        <p:nvPicPr>
          <p:cNvPr id="29" name="Picture 28" descr="Health facil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 not…</a:t>
            </a:r>
          </a:p>
        </p:txBody>
      </p:sp>
      <p:pic>
        <p:nvPicPr>
          <p:cNvPr id="31" name="Picture 30" descr="House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783080"/>
            <a:ext cx="50292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affected</a:t>
            </a:r>
          </a:p>
        </p:txBody>
      </p:sp>
      <p:pic>
        <p:nvPicPr>
          <p:cNvPr id="33" name="Picture 32" descr="House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destroyed</a:t>
            </a:r>
          </a:p>
        </p:txBody>
      </p:sp>
      <p:pic>
        <p:nvPicPr>
          <p:cNvPr id="35" name="Picture 34" descr="House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783080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not affected</a:t>
            </a:r>
          </a:p>
        </p:txBody>
      </p:sp>
      <p:pic>
        <p:nvPicPr>
          <p:cNvPr id="37" name="Picture 36" descr="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affected</a:t>
            </a:r>
          </a:p>
        </p:txBody>
      </p:sp>
      <p:pic>
        <p:nvPicPr>
          <p:cNvPr id="39" name="Picture 38" descr="Por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783080"/>
            <a:ext cx="502920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affected</a:t>
            </a:r>
          </a:p>
        </p:txBody>
      </p:sp>
      <p:pic>
        <p:nvPicPr>
          <p:cNvPr id="41" name="Picture 40" descr="Port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destroyed</a:t>
            </a:r>
          </a:p>
        </p:txBody>
      </p:sp>
      <p:pic>
        <p:nvPicPr>
          <p:cNvPr id="43" name="Picture 42" descr="Port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0"/>
            <a:ext cx="50292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not affected</a:t>
            </a:r>
          </a:p>
        </p:txBody>
      </p:sp>
      <p:pic>
        <p:nvPicPr>
          <p:cNvPr id="45" name="Picture 44" descr="Power electricity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1760"/>
            <a:ext cx="502920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 a…</a:t>
            </a:r>
          </a:p>
        </p:txBody>
      </p:sp>
      <p:pic>
        <p:nvPicPr>
          <p:cNvPr id="47" name="Picture 46" descr="Power electricity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51760"/>
            <a:ext cx="50292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 n…</a:t>
            </a:r>
          </a:p>
        </p:txBody>
      </p:sp>
      <p:pic>
        <p:nvPicPr>
          <p:cNvPr id="49" name="Picture 48" descr="Power outa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40479" y="2651760"/>
            <a:ext cx="50292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outage</a:t>
            </a:r>
          </a:p>
        </p:txBody>
      </p:sp>
      <p:pic>
        <p:nvPicPr>
          <p:cNvPr id="51" name="Picture 50" descr="Road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affected</a:t>
            </a:r>
          </a:p>
        </p:txBody>
      </p:sp>
      <p:pic>
        <p:nvPicPr>
          <p:cNvPr id="53" name="Picture 52" descr="Road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5943599" y="2651760"/>
            <a:ext cx="50292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destroyed</a:t>
            </a:r>
          </a:p>
        </p:txBody>
      </p:sp>
      <p:pic>
        <p:nvPicPr>
          <p:cNvPr id="55" name="Picture 54" descr="Road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51760"/>
            <a:ext cx="502920" cy="50292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not affected</a:t>
            </a:r>
          </a:p>
        </p:txBody>
      </p:sp>
      <p:pic>
        <p:nvPicPr>
          <p:cNvPr id="57" name="Picture 56" descr="School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046718" y="2651760"/>
            <a:ext cx="50292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affected</a:t>
            </a:r>
          </a:p>
        </p:txBody>
      </p:sp>
      <p:pic>
        <p:nvPicPr>
          <p:cNvPr id="59" name="Picture 58" descr="School destroy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51760"/>
            <a:ext cx="502920" cy="502920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destroyed</a:t>
            </a:r>
          </a:p>
        </p:txBody>
      </p:sp>
      <p:pic>
        <p:nvPicPr>
          <p:cNvPr id="61" name="Picture 60" descr="School not af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49838" y="2651760"/>
            <a:ext cx="50292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not affected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General infrastructure</a:t>
            </a:r>
            <a:r>
              <a:rPr sz="900" b="0">
                <a:solidFill>
                  <a:srgbClr val="888888"/>
                </a:solidFill>
                <a:latin typeface="Arial"/>
              </a:rPr>
              <a:t>   (27 icons)</a:t>
            </a:r>
          </a:p>
        </p:txBody>
      </p:sp>
      <p:pic>
        <p:nvPicPr>
          <p:cNvPr id="3" name="Picture 2" descr="Assembly po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Assembly point</a:t>
            </a:r>
          </a:p>
        </p:txBody>
      </p:sp>
      <p:pic>
        <p:nvPicPr>
          <p:cNvPr id="5" name="Picture 4" descr="Buddhist tem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Buddhist temple</a:t>
            </a:r>
          </a:p>
        </p:txBody>
      </p:sp>
      <p:pic>
        <p:nvPicPr>
          <p:cNvPr id="7" name="Picture 6" descr="Buil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72739" y="914400"/>
            <a:ext cx="33528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</a:t>
            </a:r>
          </a:p>
        </p:txBody>
      </p:sp>
      <p:pic>
        <p:nvPicPr>
          <p:cNvPr id="9" name="Picture 8" descr="Churc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Church</a:t>
            </a:r>
          </a:p>
        </p:txBody>
      </p:sp>
      <p:pic>
        <p:nvPicPr>
          <p:cNvPr id="11" name="Picture 10" descr="Clin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975859" y="914400"/>
            <a:ext cx="33528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Clinic</a:t>
            </a:r>
          </a:p>
        </p:txBody>
      </p:sp>
      <p:pic>
        <p:nvPicPr>
          <p:cNvPr id="13" name="Picture 12" descr="Community buil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27419" y="914400"/>
            <a:ext cx="33528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Community building</a:t>
            </a:r>
          </a:p>
        </p:txBody>
      </p:sp>
      <p:pic>
        <p:nvPicPr>
          <p:cNvPr id="15" name="Picture 14" descr="Count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21353" y="914400"/>
            <a:ext cx="450532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Country</a:t>
            </a:r>
          </a:p>
        </p:txBody>
      </p:sp>
      <p:pic>
        <p:nvPicPr>
          <p:cNvPr id="17" name="Picture 16" descr="Diplomatic miss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Diplomatic mission</a:t>
            </a:r>
          </a:p>
        </p:txBody>
      </p:sp>
      <p:pic>
        <p:nvPicPr>
          <p:cNvPr id="19" name="Picture 18" descr="Distribution s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182098" y="914400"/>
            <a:ext cx="33528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Distribution site</a:t>
            </a:r>
          </a:p>
        </p:txBody>
      </p:sp>
      <p:pic>
        <p:nvPicPr>
          <p:cNvPr id="21" name="Picture 20" descr="Food wareho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233658" y="914400"/>
            <a:ext cx="33528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Food warehouse</a:t>
            </a:r>
          </a:p>
        </p:txBody>
      </p:sp>
      <p:pic>
        <p:nvPicPr>
          <p:cNvPr id="23" name="Picture 22" descr="Government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Government office</a:t>
            </a:r>
          </a:p>
        </p:txBody>
      </p:sp>
      <p:pic>
        <p:nvPicPr>
          <p:cNvPr id="25" name="Picture 24" descr="Health facil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83079" y="1783080"/>
            <a:ext cx="411479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facility</a:t>
            </a:r>
          </a:p>
        </p:txBody>
      </p:sp>
      <p:pic>
        <p:nvPicPr>
          <p:cNvPr id="27" name="Picture 26" descr="Health pos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post</a:t>
            </a:r>
          </a:p>
        </p:txBody>
      </p:sp>
      <p:pic>
        <p:nvPicPr>
          <p:cNvPr id="29" name="Picture 28" descr="Hindu temp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783080"/>
            <a:ext cx="50292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Hindu temple</a:t>
            </a:r>
          </a:p>
        </p:txBody>
      </p:sp>
      <p:pic>
        <p:nvPicPr>
          <p:cNvPr id="31" name="Picture 30" descr="Hospita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75859" y="1783080"/>
            <a:ext cx="33528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Hospital</a:t>
            </a:r>
          </a:p>
        </p:txBody>
      </p:sp>
      <p:pic>
        <p:nvPicPr>
          <p:cNvPr id="33" name="Picture 32" descr="Hot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6027419" y="1783080"/>
            <a:ext cx="33528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Hotel</a:t>
            </a:r>
          </a:p>
        </p:txBody>
      </p:sp>
      <p:pic>
        <p:nvPicPr>
          <p:cNvPr id="35" name="Picture 34" descr="Ho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040880" y="1783080"/>
            <a:ext cx="411479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</a:t>
            </a:r>
          </a:p>
        </p:txBody>
      </p:sp>
      <p:pic>
        <p:nvPicPr>
          <p:cNvPr id="37" name="Picture 36" descr="Infrastructu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0"/>
            <a:ext cx="502920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Infrastructure</a:t>
            </a:r>
          </a:p>
        </p:txBody>
      </p:sp>
      <p:pic>
        <p:nvPicPr>
          <p:cNvPr id="39" name="Picture 38" descr="Mobile clinic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77377"/>
            <a:ext cx="502920" cy="314325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Mobile clinic</a:t>
            </a:r>
          </a:p>
        </p:txBody>
      </p:sp>
      <p:pic>
        <p:nvPicPr>
          <p:cNvPr id="41" name="Picture 40" descr="Mosqu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9" y="1783080"/>
            <a:ext cx="502919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Mosque</a:t>
            </a:r>
          </a:p>
        </p:txBody>
      </p:sp>
      <p:pic>
        <p:nvPicPr>
          <p:cNvPr id="43" name="Picture 42" descr="NGO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769619" y="2651760"/>
            <a:ext cx="335280" cy="502920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NGO office</a:t>
            </a:r>
          </a:p>
        </p:txBody>
      </p:sp>
      <p:pic>
        <p:nvPicPr>
          <p:cNvPr id="45" name="Picture 44" descr="Oil facil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58" y="2653103"/>
            <a:ext cx="502920" cy="500232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Oil facility</a:t>
            </a:r>
          </a:p>
        </p:txBody>
      </p:sp>
      <p:pic>
        <p:nvPicPr>
          <p:cNvPr id="47" name="Picture 46" descr="Police 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872739" y="2651760"/>
            <a:ext cx="335280" cy="502920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Police station</a:t>
            </a:r>
          </a:p>
        </p:txBody>
      </p:sp>
      <p:pic>
        <p:nvPicPr>
          <p:cNvPr id="49" name="Picture 48" descr="Power electric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955732" y="2651760"/>
            <a:ext cx="272415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Power electricity</a:t>
            </a:r>
          </a:p>
        </p:txBody>
      </p:sp>
      <p:pic>
        <p:nvPicPr>
          <p:cNvPr id="51" name="Picture 50" descr="Schoo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51760"/>
            <a:ext cx="502920" cy="50292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</a:t>
            </a:r>
          </a:p>
        </p:txBody>
      </p:sp>
      <p:pic>
        <p:nvPicPr>
          <p:cNvPr id="53" name="Picture 52" descr="UN compound offic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27419" y="2651760"/>
            <a:ext cx="335280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 compound office</a:t>
            </a:r>
          </a:p>
        </p:txBody>
      </p:sp>
      <p:pic>
        <p:nvPicPr>
          <p:cNvPr id="55" name="Picture 54" descr="Univers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651772"/>
            <a:ext cx="502920" cy="502894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University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Logistics</a:t>
            </a:r>
            <a:r>
              <a:rPr sz="900" b="0">
                <a:solidFill>
                  <a:srgbClr val="888888"/>
                </a:solidFill>
                <a:latin typeface="Arial"/>
              </a:rPr>
              <a:t>   (17 icons)</a:t>
            </a:r>
          </a:p>
        </p:txBody>
      </p:sp>
      <p:pic>
        <p:nvPicPr>
          <p:cNvPr id="3" name="Picture 2" descr="Air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</a:t>
            </a:r>
          </a:p>
        </p:txBody>
      </p:sp>
      <p:pic>
        <p:nvPicPr>
          <p:cNvPr id="5" name="Picture 4" descr="Airport milita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9" y="914400"/>
            <a:ext cx="50291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military</a:t>
            </a:r>
          </a:p>
        </p:txBody>
      </p:sp>
      <p:pic>
        <p:nvPicPr>
          <p:cNvPr id="7" name="Picture 6" descr="Bo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1"/>
            <a:ext cx="502920" cy="50291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Boat</a:t>
            </a:r>
          </a:p>
        </p:txBody>
      </p:sp>
      <p:pic>
        <p:nvPicPr>
          <p:cNvPr id="9" name="Picture 8" descr="Bridg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40593"/>
            <a:ext cx="502920" cy="45053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</a:t>
            </a:r>
          </a:p>
        </p:txBody>
      </p:sp>
      <p:pic>
        <p:nvPicPr>
          <p:cNvPr id="11" name="Picture 10" descr="B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Bus</a:t>
            </a:r>
          </a:p>
        </p:txBody>
      </p:sp>
      <p:pic>
        <p:nvPicPr>
          <p:cNvPr id="13" name="Picture 12" descr="Ca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51071"/>
            <a:ext cx="502920" cy="42957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Car</a:t>
            </a:r>
          </a:p>
        </p:txBody>
      </p:sp>
      <p:pic>
        <p:nvPicPr>
          <p:cNvPr id="15" name="Picture 14" descr="Fer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Ferry</a:t>
            </a:r>
          </a:p>
        </p:txBody>
      </p:sp>
      <p:pic>
        <p:nvPicPr>
          <p:cNvPr id="17" name="Picture 16" descr="Gas st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67725" y="914400"/>
            <a:ext cx="46090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Gas station</a:t>
            </a:r>
          </a:p>
        </p:txBody>
      </p:sp>
      <p:pic>
        <p:nvPicPr>
          <p:cNvPr id="19" name="Picture 18" descr="Helicop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82503"/>
            <a:ext cx="502920" cy="36671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Helicopter</a:t>
            </a:r>
          </a:p>
        </p:txBody>
      </p:sp>
      <p:pic>
        <p:nvPicPr>
          <p:cNvPr id="21" name="Picture 20" descr="Helip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Helipad</a:t>
            </a:r>
          </a:p>
        </p:txBody>
      </p:sp>
      <p:pic>
        <p:nvPicPr>
          <p:cNvPr id="23" name="Picture 22" descr="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38187" y="1783080"/>
            <a:ext cx="39814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</a:t>
            </a:r>
          </a:p>
        </p:txBody>
      </p:sp>
      <p:pic>
        <p:nvPicPr>
          <p:cNvPr id="25" name="Picture 24" descr="R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21178" y="1783080"/>
            <a:ext cx="33528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</a:t>
            </a:r>
          </a:p>
        </p:txBody>
      </p:sp>
      <p:pic>
        <p:nvPicPr>
          <p:cNvPr id="27" name="Picture 26" descr="Shi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Ship</a:t>
            </a:r>
          </a:p>
        </p:txBody>
      </p:sp>
      <p:pic>
        <p:nvPicPr>
          <p:cNvPr id="29" name="Picture 28" descr="Trai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03344" y="1783080"/>
            <a:ext cx="37719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Train</a:t>
            </a:r>
          </a:p>
        </p:txBody>
      </p:sp>
      <p:pic>
        <p:nvPicPr>
          <p:cNvPr id="31" name="Picture 30" descr="Truc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933949" y="1783080"/>
            <a:ext cx="419100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Truck</a:t>
            </a:r>
          </a:p>
        </p:txBody>
      </p:sp>
      <p:pic>
        <p:nvPicPr>
          <p:cNvPr id="33" name="Picture 32" descr="Tunn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04034"/>
            <a:ext cx="502920" cy="46101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Tunnel</a:t>
            </a:r>
          </a:p>
        </p:txBody>
      </p:sp>
      <p:pic>
        <p:nvPicPr>
          <p:cNvPr id="35" name="Picture 34" descr="UN vehic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887855"/>
            <a:ext cx="502920" cy="29337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UN vehicle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Telecommunications and technology</a:t>
            </a:r>
            <a:r>
              <a:rPr sz="900" b="0">
                <a:solidFill>
                  <a:srgbClr val="888888"/>
                </a:solidFill>
                <a:latin typeface="Arial"/>
              </a:rPr>
              <a:t>   (14 icons)</a:t>
            </a:r>
          </a:p>
        </p:txBody>
      </p:sp>
      <p:pic>
        <p:nvPicPr>
          <p:cNvPr id="3" name="Picture 2" descr="Cell tow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3"/>
            <a:ext cx="502920" cy="502912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Cell tower</a:t>
            </a:r>
          </a:p>
        </p:txBody>
      </p:sp>
      <p:pic>
        <p:nvPicPr>
          <p:cNvPr id="5" name="Picture 4" descr="Compu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619" y="914400"/>
            <a:ext cx="502398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Computer</a:t>
            </a:r>
          </a:p>
        </p:txBody>
      </p:sp>
      <p:pic>
        <p:nvPicPr>
          <p:cNvPr id="7" name="Picture 6" descr="E-ma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1008697"/>
            <a:ext cx="502920" cy="314325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E-mail</a:t>
            </a:r>
          </a:p>
        </p:txBody>
      </p:sp>
      <p:pic>
        <p:nvPicPr>
          <p:cNvPr id="9" name="Picture 8" descr="Fax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35354"/>
            <a:ext cx="502920" cy="46101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Fax</a:t>
            </a:r>
          </a:p>
        </p:txBody>
      </p:sp>
      <p:pic>
        <p:nvPicPr>
          <p:cNvPr id="11" name="Picture 10" descr="Intern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35340"/>
            <a:ext cx="502920" cy="461039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Internet</a:t>
            </a:r>
          </a:p>
        </p:txBody>
      </p:sp>
      <p:pic>
        <p:nvPicPr>
          <p:cNvPr id="13" name="Picture 12" descr="Lapto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92981"/>
            <a:ext cx="502920" cy="345757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Laptop</a:t>
            </a:r>
          </a:p>
        </p:txBody>
      </p:sp>
      <p:pic>
        <p:nvPicPr>
          <p:cNvPr id="15" name="Picture 14" descr="Mobile ph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110412" y="914400"/>
            <a:ext cx="27241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Mobile phone</a:t>
            </a:r>
          </a:p>
        </p:txBody>
      </p:sp>
      <p:pic>
        <p:nvPicPr>
          <p:cNvPr id="17" name="Picture 16" descr="Moni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40593"/>
            <a:ext cx="502920" cy="450532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Monitor</a:t>
            </a:r>
          </a:p>
        </p:txBody>
      </p:sp>
      <p:pic>
        <p:nvPicPr>
          <p:cNvPr id="19" name="Picture 18" descr="Radi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61547"/>
            <a:ext cx="502920" cy="408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Radio</a:t>
            </a:r>
          </a:p>
        </p:txBody>
      </p:sp>
      <p:pic>
        <p:nvPicPr>
          <p:cNvPr id="21" name="Picture 20" descr="Remote suppo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Remote support</a:t>
            </a:r>
          </a:p>
        </p:txBody>
      </p:sp>
      <p:pic>
        <p:nvPicPr>
          <p:cNvPr id="23" name="Picture 22" descr="Satellite dis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997" y="1783080"/>
            <a:ext cx="50252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Satellite dish</a:t>
            </a:r>
          </a:p>
        </p:txBody>
      </p:sp>
      <p:pic>
        <p:nvPicPr>
          <p:cNvPr id="25" name="Picture 24" descr="Smartphon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842134" y="1783080"/>
            <a:ext cx="293370" cy="50292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Smartphone</a:t>
            </a:r>
          </a:p>
        </p:txBody>
      </p:sp>
      <p:pic>
        <p:nvPicPr>
          <p:cNvPr id="27" name="Picture 26" descr="Walkie talki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935500" y="1783080"/>
            <a:ext cx="209759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Walkie talkie</a:t>
            </a:r>
          </a:p>
        </p:txBody>
      </p:sp>
      <p:pic>
        <p:nvPicPr>
          <p:cNvPr id="29" name="Picture 28" descr="Work from hom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740" y="1783080"/>
            <a:ext cx="502399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Work from home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UX UI</a:t>
            </a:r>
            <a:r>
              <a:rPr sz="900" b="0">
                <a:solidFill>
                  <a:srgbClr val="888888"/>
                </a:solidFill>
                <a:latin typeface="Arial"/>
              </a:rPr>
              <a:t>   (63 icons)</a:t>
            </a:r>
          </a:p>
        </p:txBody>
      </p:sp>
      <p:pic>
        <p:nvPicPr>
          <p:cNvPr id="3" name="Picture 2" descr="Abou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About</a:t>
            </a:r>
          </a:p>
        </p:txBody>
      </p:sp>
      <p:pic>
        <p:nvPicPr>
          <p:cNvPr id="5" name="Picture 4" descr="Ad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Add</a:t>
            </a:r>
          </a:p>
        </p:txBody>
      </p:sp>
      <p:pic>
        <p:nvPicPr>
          <p:cNvPr id="7" name="Picture 6" descr="Add 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35354"/>
            <a:ext cx="502920" cy="46101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Add document</a:t>
            </a:r>
          </a:p>
        </p:txBody>
      </p:sp>
      <p:pic>
        <p:nvPicPr>
          <p:cNvPr id="9" name="Picture 8" descr="AI ch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60057"/>
            <a:ext cx="502920" cy="41160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 chat</a:t>
            </a:r>
          </a:p>
        </p:txBody>
      </p:sp>
      <p:pic>
        <p:nvPicPr>
          <p:cNvPr id="11" name="Picture 10" descr="Aler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50999"/>
            <a:ext cx="502920" cy="429721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Alert</a:t>
            </a:r>
          </a:p>
        </p:txBody>
      </p:sp>
      <p:pic>
        <p:nvPicPr>
          <p:cNvPr id="13" name="Picture 12" descr="App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Apps</a:t>
            </a:r>
          </a:p>
        </p:txBody>
      </p:sp>
      <p:pic>
        <p:nvPicPr>
          <p:cNvPr id="15" name="Picture 14" descr="Blo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7006652" y="914400"/>
            <a:ext cx="479935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Blog</a:t>
            </a:r>
          </a:p>
        </p:txBody>
      </p:sp>
      <p:pic>
        <p:nvPicPr>
          <p:cNvPr id="17" name="Picture 16" descr="Bookmar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6590" y="914400"/>
            <a:ext cx="38317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Bookmark</a:t>
            </a:r>
          </a:p>
        </p:txBody>
      </p:sp>
      <p:pic>
        <p:nvPicPr>
          <p:cNvPr id="19" name="Picture 18" descr="Cha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56249"/>
            <a:ext cx="502920" cy="419221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Chat</a:t>
            </a:r>
          </a:p>
        </p:txBody>
      </p:sp>
      <p:pic>
        <p:nvPicPr>
          <p:cNvPr id="21" name="Picture 20" descr="Checked mai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66787"/>
            <a:ext cx="502920" cy="3981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Checked mail</a:t>
            </a:r>
          </a:p>
        </p:txBody>
      </p:sp>
      <p:pic>
        <p:nvPicPr>
          <p:cNvPr id="23" name="Picture 22" descr="Cop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759142" y="1783080"/>
            <a:ext cx="356235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Copy</a:t>
            </a:r>
          </a:p>
        </p:txBody>
      </p:sp>
      <p:pic>
        <p:nvPicPr>
          <p:cNvPr id="25" name="Picture 24" descr="CSV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851660"/>
            <a:ext cx="502920" cy="365760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CSV file</a:t>
            </a:r>
          </a:p>
        </p:txBody>
      </p:sp>
      <p:pic>
        <p:nvPicPr>
          <p:cNvPr id="27" name="Picture 26" descr="Delete accou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783080"/>
            <a:ext cx="502920" cy="502920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Delete account</a:t>
            </a:r>
          </a:p>
        </p:txBody>
      </p:sp>
      <p:pic>
        <p:nvPicPr>
          <p:cNvPr id="29" name="Picture 28" descr="DOCX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840479" y="1851660"/>
            <a:ext cx="502920" cy="36576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DOCX file</a:t>
            </a:r>
          </a:p>
        </p:txBody>
      </p:sp>
      <p:pic>
        <p:nvPicPr>
          <p:cNvPr id="31" name="Picture 30" descr="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39" y="1887853"/>
            <a:ext cx="502920" cy="293373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Down</a:t>
            </a:r>
          </a:p>
        </p:txBody>
      </p:sp>
      <p:pic>
        <p:nvPicPr>
          <p:cNvPr id="33" name="Picture 32" descr="Downl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783080"/>
            <a:ext cx="502920" cy="50292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Download</a:t>
            </a:r>
          </a:p>
        </p:txBody>
      </p:sp>
      <p:pic>
        <p:nvPicPr>
          <p:cNvPr id="35" name="Picture 34" descr="Edi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6995159" y="1783080"/>
            <a:ext cx="502920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Edit</a:t>
            </a:r>
          </a:p>
        </p:txBody>
      </p:sp>
      <p:pic>
        <p:nvPicPr>
          <p:cNvPr id="37" name="Picture 36" descr="Exit cance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46718" y="1783082"/>
            <a:ext cx="502920" cy="50291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Exit cancel</a:t>
            </a:r>
          </a:p>
        </p:txBody>
      </p:sp>
      <p:pic>
        <p:nvPicPr>
          <p:cNvPr id="39" name="Picture 38" descr="Expand 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80" y="1783080"/>
            <a:ext cx="502917" cy="50292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down</a:t>
            </a:r>
          </a:p>
        </p:txBody>
      </p:sp>
      <p:pic>
        <p:nvPicPr>
          <p:cNvPr id="41" name="Picture 40" descr="Expand lef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1"/>
            <a:ext cx="502920" cy="502917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left</a:t>
            </a:r>
          </a:p>
        </p:txBody>
      </p:sp>
      <p:pic>
        <p:nvPicPr>
          <p:cNvPr id="43" name="Picture 42" descr="Expand righ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0:svgBlip xmlns:ns20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685799" y="2651761"/>
            <a:ext cx="502920" cy="502917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4114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right</a:t>
            </a:r>
          </a:p>
        </p:txBody>
      </p:sp>
      <p:pic>
        <p:nvPicPr>
          <p:cNvPr id="45" name="Picture 44" descr="Expand 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1:svgBlip xmlns:ns21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1737360" y="2651760"/>
            <a:ext cx="502917" cy="502920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146303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Expand up</a:t>
            </a:r>
          </a:p>
        </p:txBody>
      </p:sp>
      <p:pic>
        <p:nvPicPr>
          <p:cNvPr id="47" name="Picture 46" descr="Favourit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2:svgBlip xmlns:ns22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2788919" y="2688431"/>
            <a:ext cx="502920" cy="429577"/>
          </a:xfrm>
          <a:prstGeom prst="rect">
            <a:avLst/>
          </a:prstGeom>
        </p:spPr>
      </p:pic>
      <p:sp>
        <p:nvSpPr>
          <p:cNvPr id="48" name="TextBox 47"/>
          <p:cNvSpPr txBox="1"/>
          <p:nvPr/>
        </p:nvSpPr>
        <p:spPr>
          <a:xfrm>
            <a:off x="251460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Favourite</a:t>
            </a:r>
          </a:p>
        </p:txBody>
      </p:sp>
      <p:pic>
        <p:nvPicPr>
          <p:cNvPr id="49" name="Picture 48" descr="Filt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3:svgBlip xmlns:ns23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3861434" y="2651760"/>
            <a:ext cx="461010" cy="50292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356616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Filter</a:t>
            </a:r>
          </a:p>
        </p:txBody>
      </p:sp>
      <p:pic>
        <p:nvPicPr>
          <p:cNvPr id="51" name="Picture 50" descr="Fold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4:svgBlip xmlns:ns24="http://schemas.microsoft.com/office/drawing/2016/SVG/main" r:embed="rId27"/>
              </a:ext>
            </a:extLst>
          </a:blip>
          <a:stretch>
            <a:fillRect/>
          </a:stretch>
        </p:blipFill>
        <p:spPr>
          <a:xfrm>
            <a:off x="4892039" y="2697480"/>
            <a:ext cx="502920" cy="411480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61772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Folder</a:t>
            </a:r>
          </a:p>
        </p:txBody>
      </p:sp>
      <p:pic>
        <p:nvPicPr>
          <p:cNvPr id="53" name="Picture 52" descr="Go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5:svgBlip xmlns:ns25="http://schemas.microsoft.com/office/drawing/2016/SVG/main" r:embed="rId28"/>
              </a:ext>
            </a:extLst>
          </a:blip>
          <a:stretch>
            <a:fillRect/>
          </a:stretch>
        </p:blipFill>
        <p:spPr>
          <a:xfrm>
            <a:off x="6048373" y="2651760"/>
            <a:ext cx="293373" cy="502920"/>
          </a:xfrm>
          <a:prstGeom prst="rect">
            <a:avLst/>
          </a:prstGeom>
        </p:spPr>
      </p:pic>
      <p:sp>
        <p:nvSpPr>
          <p:cNvPr id="54" name="TextBox 53"/>
          <p:cNvSpPr txBox="1"/>
          <p:nvPr/>
        </p:nvSpPr>
        <p:spPr>
          <a:xfrm>
            <a:off x="566928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Go</a:t>
            </a:r>
          </a:p>
        </p:txBody>
      </p:sp>
      <p:pic>
        <p:nvPicPr>
          <p:cNvPr id="55" name="Picture 54" descr="Gro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6:svgBlip xmlns:ns26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6995159" y="2735580"/>
            <a:ext cx="502920" cy="335280"/>
          </a:xfrm>
          <a:prstGeom prst="rect">
            <a:avLst/>
          </a:prstGeom>
        </p:spPr>
      </p:pic>
      <p:sp>
        <p:nvSpPr>
          <p:cNvPr id="56" name="TextBox 55"/>
          <p:cNvSpPr txBox="1"/>
          <p:nvPr/>
        </p:nvSpPr>
        <p:spPr>
          <a:xfrm>
            <a:off x="6720840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Group</a:t>
            </a:r>
          </a:p>
        </p:txBody>
      </p:sp>
      <p:pic>
        <p:nvPicPr>
          <p:cNvPr id="57" name="Picture 56" descr="Hel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7:svgBlip xmlns:ns27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8151494" y="2651760"/>
            <a:ext cx="293370" cy="502920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777239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Help</a:t>
            </a:r>
          </a:p>
        </p:txBody>
      </p:sp>
      <p:pic>
        <p:nvPicPr>
          <p:cNvPr id="59" name="Picture 58" descr="Hidde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8:svgBlip xmlns:ns28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9098278" y="2683191"/>
            <a:ext cx="502920" cy="440056"/>
          </a:xfrm>
          <a:prstGeom prst="rect">
            <a:avLst/>
          </a:prstGeom>
        </p:spPr>
      </p:pic>
      <p:sp>
        <p:nvSpPr>
          <p:cNvPr id="60" name="TextBox 59"/>
          <p:cNvSpPr txBox="1"/>
          <p:nvPr/>
        </p:nvSpPr>
        <p:spPr>
          <a:xfrm>
            <a:off x="882395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Hidden</a:t>
            </a:r>
          </a:p>
        </p:txBody>
      </p:sp>
      <p:pic>
        <p:nvPicPr>
          <p:cNvPr id="61" name="Picture 60" descr="Lin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9:svgBlip xmlns:ns29="http://schemas.microsoft.com/office/drawing/2016/SVG/main" r:embed="rId32"/>
              </a:ext>
            </a:extLst>
          </a:blip>
          <a:stretch>
            <a:fillRect/>
          </a:stretch>
        </p:blipFill>
        <p:spPr>
          <a:xfrm>
            <a:off x="10160163" y="2651760"/>
            <a:ext cx="482270" cy="502920"/>
          </a:xfrm>
          <a:prstGeom prst="rect">
            <a:avLst/>
          </a:prstGeom>
        </p:spPr>
      </p:pic>
      <p:sp>
        <p:nvSpPr>
          <p:cNvPr id="62" name="TextBox 61"/>
          <p:cNvSpPr txBox="1"/>
          <p:nvPr/>
        </p:nvSpPr>
        <p:spPr>
          <a:xfrm>
            <a:off x="9875519" y="317296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Link</a:t>
            </a:r>
          </a:p>
        </p:txBody>
      </p:sp>
      <p:pic>
        <p:nvPicPr>
          <p:cNvPr id="63" name="Picture 62" descr="Menu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0:svgBlip xmlns:ns30="http://schemas.microsoft.com/office/drawing/2016/SVG/main" r:embed="rId33"/>
              </a:ext>
            </a:extLst>
          </a:blip>
          <a:stretch>
            <a:fillRect/>
          </a:stretch>
        </p:blipFill>
        <p:spPr>
          <a:xfrm>
            <a:off x="685799" y="3614737"/>
            <a:ext cx="502920" cy="314325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4114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Menu</a:t>
            </a:r>
          </a:p>
        </p:txBody>
      </p:sp>
      <p:pic>
        <p:nvPicPr>
          <p:cNvPr id="65" name="Picture 64" descr="More option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1:svgBlip xmlns:ns31="http://schemas.microsoft.com/office/drawing/2016/SVG/main" r:embed="rId34"/>
              </a:ext>
            </a:extLst>
          </a:blip>
          <a:stretch>
            <a:fillRect/>
          </a:stretch>
        </p:blipFill>
        <p:spPr>
          <a:xfrm>
            <a:off x="1936431" y="3520440"/>
            <a:ext cx="104775" cy="502920"/>
          </a:xfrm>
          <a:prstGeom prst="rect">
            <a:avLst/>
          </a:prstGeom>
        </p:spPr>
      </p:pic>
      <p:sp>
        <p:nvSpPr>
          <p:cNvPr id="66" name="TextBox 65"/>
          <p:cNvSpPr txBox="1"/>
          <p:nvPr/>
        </p:nvSpPr>
        <p:spPr>
          <a:xfrm>
            <a:off x="146303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More options</a:t>
            </a:r>
          </a:p>
        </p:txBody>
      </p:sp>
      <p:pic>
        <p:nvPicPr>
          <p:cNvPr id="67" name="Picture 66" descr="Next ite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2:svgBlip xmlns:ns32="http://schemas.microsoft.com/office/drawing/2016/SVG/main" r:embed="rId35"/>
              </a:ext>
            </a:extLst>
          </a:blip>
          <a:stretch>
            <a:fillRect/>
          </a:stretch>
        </p:blipFill>
        <p:spPr>
          <a:xfrm>
            <a:off x="2788919" y="3583305"/>
            <a:ext cx="502920" cy="377189"/>
          </a:xfrm>
          <a:prstGeom prst="rect">
            <a:avLst/>
          </a:prstGeom>
        </p:spPr>
      </p:pic>
      <p:sp>
        <p:nvSpPr>
          <p:cNvPr id="68" name="TextBox 67"/>
          <p:cNvSpPr txBox="1"/>
          <p:nvPr/>
        </p:nvSpPr>
        <p:spPr>
          <a:xfrm>
            <a:off x="251460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Next item</a:t>
            </a:r>
          </a:p>
        </p:txBody>
      </p:sp>
      <p:pic>
        <p:nvPicPr>
          <p:cNvPr id="69" name="Picture 68" descr="Not sec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3:svgBlip xmlns:ns33="http://schemas.microsoft.com/office/drawing/2016/SVG/main" r:embed="rId36"/>
              </a:ext>
            </a:extLst>
          </a:blip>
          <a:stretch>
            <a:fillRect/>
          </a:stretch>
        </p:blipFill>
        <p:spPr>
          <a:xfrm>
            <a:off x="3861434" y="3520440"/>
            <a:ext cx="461010" cy="502920"/>
          </a:xfrm>
          <a:prstGeom prst="rect">
            <a:avLst/>
          </a:prstGeom>
        </p:spPr>
      </p:pic>
      <p:sp>
        <p:nvSpPr>
          <p:cNvPr id="70" name="TextBox 69"/>
          <p:cNvSpPr txBox="1"/>
          <p:nvPr/>
        </p:nvSpPr>
        <p:spPr>
          <a:xfrm>
            <a:off x="356616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secured</a:t>
            </a:r>
          </a:p>
        </p:txBody>
      </p:sp>
      <p:pic>
        <p:nvPicPr>
          <p:cNvPr id="71" name="Picture 70" descr="Notificatio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4:svgBlip xmlns:ns34="http://schemas.microsoft.com/office/drawing/2016/SVG/main" r:embed="rId37"/>
              </a:ext>
            </a:extLst>
          </a:blip>
          <a:stretch>
            <a:fillRect/>
          </a:stretch>
        </p:blipFill>
        <p:spPr>
          <a:xfrm>
            <a:off x="4944427" y="3520440"/>
            <a:ext cx="398145" cy="502920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461772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Notification</a:t>
            </a:r>
          </a:p>
        </p:txBody>
      </p:sp>
      <p:pic>
        <p:nvPicPr>
          <p:cNvPr id="73" name="Picture 72" descr="Out of platfor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5:svgBlip xmlns:ns35="http://schemas.microsoft.com/office/drawing/2016/SVG/main" r:embed="rId38"/>
              </a:ext>
            </a:extLst>
          </a:blip>
          <a:stretch>
            <a:fillRect/>
          </a:stretch>
        </p:blipFill>
        <p:spPr>
          <a:xfrm>
            <a:off x="5943599" y="3520440"/>
            <a:ext cx="502920" cy="502920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66928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Out of platform</a:t>
            </a:r>
          </a:p>
        </p:txBody>
      </p:sp>
      <p:pic>
        <p:nvPicPr>
          <p:cNvPr id="75" name="Picture 74" descr="Passwor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6:svgBlip xmlns:ns36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6995159" y="3541394"/>
            <a:ext cx="502920" cy="461010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6720840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Password</a:t>
            </a:r>
          </a:p>
        </p:txBody>
      </p:sp>
      <p:pic>
        <p:nvPicPr>
          <p:cNvPr id="77" name="Picture 76" descr="Paus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7:svgBlip xmlns:ns37="http://schemas.microsoft.com/office/drawing/2016/SVG/main" r:embed="rId40"/>
              </a:ext>
            </a:extLst>
          </a:blip>
          <a:stretch>
            <a:fillRect/>
          </a:stretch>
        </p:blipFill>
        <p:spPr>
          <a:xfrm>
            <a:off x="8046718" y="3520440"/>
            <a:ext cx="502920" cy="50292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777239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Pause</a:t>
            </a:r>
          </a:p>
        </p:txBody>
      </p:sp>
      <p:pic>
        <p:nvPicPr>
          <p:cNvPr id="79" name="Picture 78" descr="PDF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8:svgBlip xmlns:ns38="http://schemas.microsoft.com/office/drawing/2016/SVG/main" r:embed="rId41"/>
              </a:ext>
            </a:extLst>
          </a:blip>
          <a:stretch>
            <a:fillRect/>
          </a:stretch>
        </p:blipFill>
        <p:spPr>
          <a:xfrm>
            <a:off x="9098278" y="3589020"/>
            <a:ext cx="502920" cy="365760"/>
          </a:xfrm>
          <a:prstGeom prst="rect">
            <a:avLst/>
          </a:prstGeom>
        </p:spPr>
      </p:pic>
      <p:sp>
        <p:nvSpPr>
          <p:cNvPr id="80" name="TextBox 79"/>
          <p:cNvSpPr txBox="1"/>
          <p:nvPr/>
        </p:nvSpPr>
        <p:spPr>
          <a:xfrm>
            <a:off x="882395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PDF file</a:t>
            </a:r>
          </a:p>
        </p:txBody>
      </p:sp>
      <p:pic>
        <p:nvPicPr>
          <p:cNvPr id="81" name="Picture 80" descr="Previous item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9:svgBlip xmlns:ns39="http://schemas.microsoft.com/office/drawing/2016/SVG/main" r:embed="rId42"/>
              </a:ext>
            </a:extLst>
          </a:blip>
          <a:stretch>
            <a:fillRect/>
          </a:stretch>
        </p:blipFill>
        <p:spPr>
          <a:xfrm>
            <a:off x="10149838" y="3583305"/>
            <a:ext cx="502920" cy="377189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875519" y="404164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Previous item</a:t>
            </a:r>
          </a:p>
        </p:txBody>
      </p:sp>
      <p:pic>
        <p:nvPicPr>
          <p:cNvPr id="83" name="Picture 82" descr="Pri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0:svgBlip xmlns:ns40="http://schemas.microsoft.com/office/drawing/2016/SVG/main" r:embed="rId43"/>
              </a:ext>
            </a:extLst>
          </a:blip>
          <a:stretch>
            <a:fillRect/>
          </a:stretch>
        </p:blipFill>
        <p:spPr>
          <a:xfrm>
            <a:off x="685799" y="4420552"/>
            <a:ext cx="502920" cy="440055"/>
          </a:xfrm>
          <a:prstGeom prst="rect">
            <a:avLst/>
          </a:prstGeom>
        </p:spPr>
      </p:pic>
      <p:sp>
        <p:nvSpPr>
          <p:cNvPr id="84" name="TextBox 83"/>
          <p:cNvSpPr txBox="1"/>
          <p:nvPr/>
        </p:nvSpPr>
        <p:spPr>
          <a:xfrm>
            <a:off x="41148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Print</a:t>
            </a:r>
          </a:p>
        </p:txBody>
      </p:sp>
      <p:pic>
        <p:nvPicPr>
          <p:cNvPr id="85" name="Picture 84" descr="Remo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1:svgBlip xmlns:ns41="http://schemas.microsoft.com/office/drawing/2016/SVG/main" r:embed="rId44"/>
              </a:ext>
            </a:extLst>
          </a:blip>
          <a:stretch>
            <a:fillRect/>
          </a:stretch>
        </p:blipFill>
        <p:spPr>
          <a:xfrm>
            <a:off x="1737358" y="4598629"/>
            <a:ext cx="502920" cy="83901"/>
          </a:xfrm>
          <a:prstGeom prst="rect">
            <a:avLst/>
          </a:prstGeom>
        </p:spPr>
      </p:pic>
      <p:sp>
        <p:nvSpPr>
          <p:cNvPr id="86" name="TextBox 85"/>
          <p:cNvSpPr txBox="1"/>
          <p:nvPr/>
        </p:nvSpPr>
        <p:spPr>
          <a:xfrm>
            <a:off x="146303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Remove</a:t>
            </a:r>
          </a:p>
        </p:txBody>
      </p:sp>
      <p:pic>
        <p:nvPicPr>
          <p:cNvPr id="87" name="Picture 86" descr="Remove docu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2:svgBlip xmlns:ns42="http://schemas.microsoft.com/office/drawing/2016/SVG/main" r:embed="rId45"/>
              </a:ext>
            </a:extLst>
          </a:blip>
          <a:stretch>
            <a:fillRect/>
          </a:stretch>
        </p:blipFill>
        <p:spPr>
          <a:xfrm>
            <a:off x="2788919" y="4420552"/>
            <a:ext cx="502920" cy="440055"/>
          </a:xfrm>
          <a:prstGeom prst="rect">
            <a:avLst/>
          </a:prstGeom>
        </p:spPr>
      </p:pic>
      <p:sp>
        <p:nvSpPr>
          <p:cNvPr id="88" name="TextBox 87"/>
          <p:cNvSpPr txBox="1"/>
          <p:nvPr/>
        </p:nvSpPr>
        <p:spPr>
          <a:xfrm>
            <a:off x="251460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Remove document</a:t>
            </a:r>
          </a:p>
        </p:txBody>
      </p:sp>
      <p:pic>
        <p:nvPicPr>
          <p:cNvPr id="89" name="Picture 88" descr="Retur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3:svgBlip xmlns:ns43="http://schemas.microsoft.com/office/drawing/2016/SVG/main" r:embed="rId46"/>
              </a:ext>
            </a:extLst>
          </a:blip>
          <a:stretch>
            <a:fillRect/>
          </a:stretch>
        </p:blipFill>
        <p:spPr>
          <a:xfrm>
            <a:off x="3945253" y="4389120"/>
            <a:ext cx="293373" cy="502920"/>
          </a:xfrm>
          <a:prstGeom prst="rect">
            <a:avLst/>
          </a:prstGeom>
        </p:spPr>
      </p:pic>
      <p:sp>
        <p:nvSpPr>
          <p:cNvPr id="90" name="TextBox 89"/>
          <p:cNvSpPr txBox="1"/>
          <p:nvPr/>
        </p:nvSpPr>
        <p:spPr>
          <a:xfrm>
            <a:off x="356616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Return</a:t>
            </a:r>
          </a:p>
        </p:txBody>
      </p:sp>
      <p:pic>
        <p:nvPicPr>
          <p:cNvPr id="91" name="Picture 90" descr="Sav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4:svgBlip xmlns:ns44="http://schemas.microsoft.com/office/drawing/2016/SVG/main" r:embed="rId47"/>
              </a:ext>
            </a:extLst>
          </a:blip>
          <a:stretch>
            <a:fillRect/>
          </a:stretch>
        </p:blipFill>
        <p:spPr>
          <a:xfrm>
            <a:off x="4892039" y="4389121"/>
            <a:ext cx="502920" cy="502917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461772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Save</a:t>
            </a:r>
          </a:p>
        </p:txBody>
      </p:sp>
      <p:pic>
        <p:nvPicPr>
          <p:cNvPr id="93" name="Picture 92" descr="Search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5:svgBlip xmlns:ns45="http://schemas.microsoft.com/office/drawing/2016/SVG/main" r:embed="rId48"/>
              </a:ext>
            </a:extLst>
          </a:blip>
          <a:stretch>
            <a:fillRect/>
          </a:stretch>
        </p:blipFill>
        <p:spPr>
          <a:xfrm>
            <a:off x="5943599" y="4389120"/>
            <a:ext cx="502920" cy="502918"/>
          </a:xfrm>
          <a:prstGeom prst="rect">
            <a:avLst/>
          </a:prstGeom>
        </p:spPr>
      </p:pic>
      <p:sp>
        <p:nvSpPr>
          <p:cNvPr id="94" name="TextBox 93"/>
          <p:cNvSpPr txBox="1"/>
          <p:nvPr/>
        </p:nvSpPr>
        <p:spPr>
          <a:xfrm>
            <a:off x="566928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Search</a:t>
            </a:r>
          </a:p>
        </p:txBody>
      </p:sp>
      <p:pic>
        <p:nvPicPr>
          <p:cNvPr id="95" name="Picture 94" descr="Secur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6:svgBlip xmlns:ns46="http://schemas.microsoft.com/office/drawing/2016/SVG/main" r:embed="rId49"/>
              </a:ext>
            </a:extLst>
          </a:blip>
          <a:stretch>
            <a:fillRect/>
          </a:stretch>
        </p:blipFill>
        <p:spPr>
          <a:xfrm>
            <a:off x="7016114" y="4389120"/>
            <a:ext cx="461010" cy="502920"/>
          </a:xfrm>
          <a:prstGeom prst="rect">
            <a:avLst/>
          </a:prstGeom>
        </p:spPr>
      </p:pic>
      <p:sp>
        <p:nvSpPr>
          <p:cNvPr id="96" name="TextBox 95"/>
          <p:cNvSpPr txBox="1"/>
          <p:nvPr/>
        </p:nvSpPr>
        <p:spPr>
          <a:xfrm>
            <a:off x="6720840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Secured</a:t>
            </a:r>
          </a:p>
        </p:txBody>
      </p:sp>
      <p:pic>
        <p:nvPicPr>
          <p:cNvPr id="97" name="Picture 96" descr="Securit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7:svgBlip xmlns:ns47="http://schemas.microsoft.com/office/drawing/2016/SVG/main" r:embed="rId50"/>
              </a:ext>
            </a:extLst>
          </a:blip>
          <a:stretch>
            <a:fillRect/>
          </a:stretch>
        </p:blipFill>
        <p:spPr>
          <a:xfrm>
            <a:off x="8101531" y="4389120"/>
            <a:ext cx="393294" cy="502920"/>
          </a:xfrm>
          <a:prstGeom prst="rect">
            <a:avLst/>
          </a:prstGeom>
        </p:spPr>
      </p:pic>
      <p:sp>
        <p:nvSpPr>
          <p:cNvPr id="98" name="TextBox 97"/>
          <p:cNvSpPr txBox="1"/>
          <p:nvPr/>
        </p:nvSpPr>
        <p:spPr>
          <a:xfrm>
            <a:off x="777239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Security</a:t>
            </a:r>
          </a:p>
        </p:txBody>
      </p:sp>
      <p:pic>
        <p:nvPicPr>
          <p:cNvPr id="99" name="Picture 98" descr="Se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8:svgBlip xmlns:ns48="http://schemas.microsoft.com/office/drawing/2016/SVG/main" r:embed="rId51"/>
              </a:ext>
            </a:extLst>
          </a:blip>
          <a:stretch>
            <a:fillRect/>
          </a:stretch>
        </p:blipFill>
        <p:spPr>
          <a:xfrm>
            <a:off x="9098278" y="4483417"/>
            <a:ext cx="502920" cy="314325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882395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See</a:t>
            </a:r>
          </a:p>
        </p:txBody>
      </p:sp>
      <p:pic>
        <p:nvPicPr>
          <p:cNvPr id="101" name="Picture 100" descr="Sel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9:svgBlip xmlns:ns49="http://schemas.microsoft.com/office/drawing/2016/SVG/main" r:embed="rId52"/>
              </a:ext>
            </a:extLst>
          </a:blip>
          <a:stretch>
            <a:fillRect/>
          </a:stretch>
        </p:blipFill>
        <p:spPr>
          <a:xfrm>
            <a:off x="10149838" y="4446750"/>
            <a:ext cx="502920" cy="387659"/>
          </a:xfrm>
          <a:prstGeom prst="rect">
            <a:avLst/>
          </a:prstGeom>
        </p:spPr>
      </p:pic>
      <p:sp>
        <p:nvSpPr>
          <p:cNvPr id="102" name="TextBox 101"/>
          <p:cNvSpPr txBox="1"/>
          <p:nvPr/>
        </p:nvSpPr>
        <p:spPr>
          <a:xfrm>
            <a:off x="9875519" y="491032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Selected</a:t>
            </a:r>
          </a:p>
        </p:txBody>
      </p:sp>
      <p:pic>
        <p:nvPicPr>
          <p:cNvPr id="103" name="Picture 102" descr="Setting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0:svgBlip xmlns:ns50="http://schemas.microsoft.com/office/drawing/2016/SVG/main" r:embed="rId53"/>
              </a:ext>
            </a:extLst>
          </a:blip>
          <a:stretch>
            <a:fillRect/>
          </a:stretch>
        </p:blipFill>
        <p:spPr>
          <a:xfrm>
            <a:off x="685799" y="5257800"/>
            <a:ext cx="502920" cy="502920"/>
          </a:xfrm>
          <a:prstGeom prst="rect">
            <a:avLst/>
          </a:prstGeom>
        </p:spPr>
      </p:pic>
      <p:sp>
        <p:nvSpPr>
          <p:cNvPr id="104" name="TextBox 103"/>
          <p:cNvSpPr txBox="1"/>
          <p:nvPr/>
        </p:nvSpPr>
        <p:spPr>
          <a:xfrm>
            <a:off x="41148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Settings</a:t>
            </a:r>
          </a:p>
        </p:txBody>
      </p:sp>
      <p:pic>
        <p:nvPicPr>
          <p:cNvPr id="105" name="Picture 104" descr="Shar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1:svgBlip xmlns:ns51="http://schemas.microsoft.com/office/drawing/2016/SVG/main" r:embed="rId54"/>
              </a:ext>
            </a:extLst>
          </a:blip>
          <a:stretch>
            <a:fillRect/>
          </a:stretch>
        </p:blipFill>
        <p:spPr>
          <a:xfrm>
            <a:off x="1737358" y="5320665"/>
            <a:ext cx="502920" cy="37719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46303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Share</a:t>
            </a:r>
          </a:p>
        </p:txBody>
      </p:sp>
      <p:pic>
        <p:nvPicPr>
          <p:cNvPr id="107" name="Picture 106" descr="Sto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2:svgBlip xmlns:ns52="http://schemas.microsoft.com/office/drawing/2016/SVG/main" r:embed="rId55"/>
              </a:ext>
            </a:extLst>
          </a:blip>
          <a:stretch>
            <a:fillRect/>
          </a:stretch>
        </p:blipFill>
        <p:spPr>
          <a:xfrm>
            <a:off x="2788919" y="5257800"/>
            <a:ext cx="502920" cy="502920"/>
          </a:xfrm>
          <a:prstGeom prst="rect">
            <a:avLst/>
          </a:prstGeom>
        </p:spPr>
      </p:pic>
      <p:sp>
        <p:nvSpPr>
          <p:cNvPr id="108" name="TextBox 107"/>
          <p:cNvSpPr txBox="1"/>
          <p:nvPr/>
        </p:nvSpPr>
        <p:spPr>
          <a:xfrm>
            <a:off x="251460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Stop</a:t>
            </a:r>
          </a:p>
        </p:txBody>
      </p:sp>
      <p:pic>
        <p:nvPicPr>
          <p:cNvPr id="109" name="Picture 108" descr="Tim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3:svgBlip xmlns:ns53="http://schemas.microsoft.com/office/drawing/2016/SVG/main" r:embed="rId56"/>
              </a:ext>
            </a:extLst>
          </a:blip>
          <a:stretch>
            <a:fillRect/>
          </a:stretch>
        </p:blipFill>
        <p:spPr>
          <a:xfrm>
            <a:off x="3840479" y="5257800"/>
            <a:ext cx="502920" cy="502920"/>
          </a:xfrm>
          <a:prstGeom prst="rect">
            <a:avLst/>
          </a:prstGeom>
        </p:spPr>
      </p:pic>
      <p:sp>
        <p:nvSpPr>
          <p:cNvPr id="110" name="TextBox 109"/>
          <p:cNvSpPr txBox="1"/>
          <p:nvPr/>
        </p:nvSpPr>
        <p:spPr>
          <a:xfrm>
            <a:off x="356616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Time</a:t>
            </a:r>
          </a:p>
        </p:txBody>
      </p:sp>
      <p:pic>
        <p:nvPicPr>
          <p:cNvPr id="111" name="Picture 110" descr="Trend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4:svgBlip xmlns:ns54="http://schemas.microsoft.com/office/drawing/2016/SVG/main" r:embed="rId57"/>
              </a:ext>
            </a:extLst>
          </a:blip>
          <a:stretch>
            <a:fillRect/>
          </a:stretch>
        </p:blipFill>
        <p:spPr>
          <a:xfrm>
            <a:off x="4892039" y="5257802"/>
            <a:ext cx="502920" cy="502914"/>
          </a:xfrm>
          <a:prstGeom prst="rect">
            <a:avLst/>
          </a:prstGeom>
        </p:spPr>
      </p:pic>
      <p:sp>
        <p:nvSpPr>
          <p:cNvPr id="112" name="TextBox 111"/>
          <p:cNvSpPr txBox="1"/>
          <p:nvPr/>
        </p:nvSpPr>
        <p:spPr>
          <a:xfrm>
            <a:off x="461772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Trending</a:t>
            </a:r>
          </a:p>
        </p:txBody>
      </p:sp>
      <p:pic>
        <p:nvPicPr>
          <p:cNvPr id="113" name="Picture 112" descr="Up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5:svgBlip xmlns:ns55="http://schemas.microsoft.com/office/drawing/2016/SVG/main" r:embed="rId58"/>
              </a:ext>
            </a:extLst>
          </a:blip>
          <a:stretch>
            <a:fillRect/>
          </a:stretch>
        </p:blipFill>
        <p:spPr>
          <a:xfrm>
            <a:off x="5943599" y="5362573"/>
            <a:ext cx="502920" cy="293373"/>
          </a:xfrm>
          <a:prstGeom prst="rect">
            <a:avLst/>
          </a:prstGeom>
        </p:spPr>
      </p:pic>
      <p:sp>
        <p:nvSpPr>
          <p:cNvPr id="114" name="TextBox 113"/>
          <p:cNvSpPr txBox="1"/>
          <p:nvPr/>
        </p:nvSpPr>
        <p:spPr>
          <a:xfrm>
            <a:off x="566928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Up</a:t>
            </a:r>
          </a:p>
        </p:txBody>
      </p:sp>
      <p:pic>
        <p:nvPicPr>
          <p:cNvPr id="115" name="Picture 114" descr="Uploa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6:svgBlip xmlns:ns56="http://schemas.microsoft.com/office/drawing/2016/SVG/main" r:embed="rId59"/>
              </a:ext>
            </a:extLst>
          </a:blip>
          <a:stretch>
            <a:fillRect/>
          </a:stretch>
        </p:blipFill>
        <p:spPr>
          <a:xfrm>
            <a:off x="6995159" y="5257800"/>
            <a:ext cx="502920" cy="502920"/>
          </a:xfrm>
          <a:prstGeom prst="rect">
            <a:avLst/>
          </a:prstGeom>
        </p:spPr>
      </p:pic>
      <p:sp>
        <p:nvSpPr>
          <p:cNvPr id="116" name="TextBox 115"/>
          <p:cNvSpPr txBox="1"/>
          <p:nvPr/>
        </p:nvSpPr>
        <p:spPr>
          <a:xfrm>
            <a:off x="6720840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Upload</a:t>
            </a:r>
          </a:p>
        </p:txBody>
      </p:sp>
      <p:pic>
        <p:nvPicPr>
          <p:cNvPr id="117" name="Picture 116" descr="Us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7:svgBlip xmlns:ns57="http://schemas.microsoft.com/office/drawing/2016/SVG/main" r:embed="rId60"/>
              </a:ext>
            </a:extLst>
          </a:blip>
          <a:stretch>
            <a:fillRect/>
          </a:stretch>
        </p:blipFill>
        <p:spPr>
          <a:xfrm>
            <a:off x="8103869" y="5257800"/>
            <a:ext cx="388619" cy="502920"/>
          </a:xfrm>
          <a:prstGeom prst="rect">
            <a:avLst/>
          </a:prstGeom>
        </p:spPr>
      </p:pic>
      <p:sp>
        <p:nvSpPr>
          <p:cNvPr id="118" name="TextBox 117"/>
          <p:cNvSpPr txBox="1"/>
          <p:nvPr/>
        </p:nvSpPr>
        <p:spPr>
          <a:xfrm>
            <a:off x="777239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User</a:t>
            </a:r>
          </a:p>
        </p:txBody>
      </p:sp>
      <p:pic>
        <p:nvPicPr>
          <p:cNvPr id="119" name="Picture 118" descr="User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8:svgBlip xmlns:ns58="http://schemas.microsoft.com/office/drawing/2016/SVG/main" r:embed="rId61"/>
              </a:ext>
            </a:extLst>
          </a:blip>
          <a:stretch>
            <a:fillRect/>
          </a:stretch>
        </p:blipFill>
        <p:spPr>
          <a:xfrm>
            <a:off x="9098278" y="5320665"/>
            <a:ext cx="502920" cy="377190"/>
          </a:xfrm>
          <a:prstGeom prst="rect">
            <a:avLst/>
          </a:prstGeom>
        </p:spPr>
      </p:pic>
      <p:sp>
        <p:nvSpPr>
          <p:cNvPr id="120" name="TextBox 119"/>
          <p:cNvSpPr txBox="1"/>
          <p:nvPr/>
        </p:nvSpPr>
        <p:spPr>
          <a:xfrm>
            <a:off x="882395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Users</a:t>
            </a:r>
          </a:p>
        </p:txBody>
      </p:sp>
      <p:pic>
        <p:nvPicPr>
          <p:cNvPr id="121" name="Picture 120" descr="Validate accou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9:svgBlip xmlns:ns59="http://schemas.microsoft.com/office/drawing/2016/SVG/main" r:embed="rId62"/>
              </a:ext>
            </a:extLst>
          </a:blip>
          <a:stretch>
            <a:fillRect/>
          </a:stretch>
        </p:blipFill>
        <p:spPr>
          <a:xfrm>
            <a:off x="10149838" y="5257800"/>
            <a:ext cx="502920" cy="502920"/>
          </a:xfrm>
          <a:prstGeom prst="rect">
            <a:avLst/>
          </a:prstGeom>
        </p:spPr>
      </p:pic>
      <p:sp>
        <p:nvSpPr>
          <p:cNvPr id="122" name="TextBox 121"/>
          <p:cNvSpPr txBox="1"/>
          <p:nvPr/>
        </p:nvSpPr>
        <p:spPr>
          <a:xfrm>
            <a:off x="9875519" y="57790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Validate account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UX UI (cont.)</a:t>
            </a:r>
            <a:r>
              <a:rPr sz="900" b="0">
                <a:solidFill>
                  <a:srgbClr val="888888"/>
                </a:solidFill>
                <a:latin typeface="Arial"/>
              </a:rPr>
              <a:t>   (63 icons)</a:t>
            </a:r>
          </a:p>
        </p:txBody>
      </p:sp>
      <p:pic>
        <p:nvPicPr>
          <p:cNvPr id="3" name="Picture 2" descr="Warning err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97306" y="914400"/>
            <a:ext cx="479907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Warning error</a:t>
            </a:r>
          </a:p>
        </p:txBody>
      </p:sp>
      <p:pic>
        <p:nvPicPr>
          <p:cNvPr id="5" name="Picture 4" descr="XLSX file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82980"/>
            <a:ext cx="502920" cy="365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XLSX file</a:t>
            </a:r>
          </a:p>
        </p:txBody>
      </p:sp>
      <p:pic>
        <p:nvPicPr>
          <p:cNvPr id="7" name="Picture 6" descr="ZIP compres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857499" y="914400"/>
            <a:ext cx="36576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ZIP compressed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Health</a:t>
            </a:r>
            <a:r>
              <a:rPr sz="900" b="0">
                <a:solidFill>
                  <a:srgbClr val="888888"/>
                </a:solidFill>
                <a:latin typeface="Arial"/>
              </a:rPr>
              <a:t>   (20 icons)</a:t>
            </a:r>
          </a:p>
        </p:txBody>
      </p:sp>
      <p:pic>
        <p:nvPicPr>
          <p:cNvPr id="3" name="Picture 2" descr="Bacteria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799" y="914400"/>
            <a:ext cx="502920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Bacteria</a:t>
            </a:r>
          </a:p>
        </p:txBody>
      </p:sp>
      <p:pic>
        <p:nvPicPr>
          <p:cNvPr id="5" name="Picture 4" descr="Case managemen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821178" y="914400"/>
            <a:ext cx="33528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Case management</a:t>
            </a:r>
          </a:p>
        </p:txBody>
      </p:sp>
      <p:pic>
        <p:nvPicPr>
          <p:cNvPr id="7" name="Picture 6" descr="COVID-19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COVID-19</a:t>
            </a:r>
          </a:p>
        </p:txBody>
      </p:sp>
      <p:pic>
        <p:nvPicPr>
          <p:cNvPr id="9" name="Picture 8" descr="Doc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934777" y="914400"/>
            <a:ext cx="314325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Doctor</a:t>
            </a:r>
          </a:p>
        </p:txBody>
      </p:sp>
      <p:pic>
        <p:nvPicPr>
          <p:cNvPr id="11" name="Picture 10" descr="Handwash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Handwashing</a:t>
            </a:r>
          </a:p>
        </p:txBody>
      </p:sp>
      <p:pic>
        <p:nvPicPr>
          <p:cNvPr id="13" name="Picture 12" descr="Health work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000749" y="914400"/>
            <a:ext cx="3886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Health worker</a:t>
            </a:r>
          </a:p>
        </p:txBody>
      </p:sp>
      <p:pic>
        <p:nvPicPr>
          <p:cNvPr id="15" name="Picture 14" descr="Hospital b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1008697"/>
            <a:ext cx="502920" cy="314325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Hospital bed</a:t>
            </a:r>
          </a:p>
        </p:txBody>
      </p:sp>
      <p:pic>
        <p:nvPicPr>
          <p:cNvPr id="17" name="Picture 16" descr="In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104345" y="914400"/>
            <a:ext cx="387667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Infected</a:t>
            </a:r>
          </a:p>
        </p:txBody>
      </p:sp>
      <p:pic>
        <p:nvPicPr>
          <p:cNvPr id="19" name="Picture 18" descr="Infection control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Infection control</a:t>
            </a:r>
          </a:p>
        </p:txBody>
      </p:sp>
      <p:pic>
        <p:nvPicPr>
          <p:cNvPr id="21" name="Picture 20" descr="Laborato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50474" y="914400"/>
            <a:ext cx="501649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Laboratory</a:t>
            </a:r>
          </a:p>
        </p:txBody>
      </p:sp>
      <p:pic>
        <p:nvPicPr>
          <p:cNvPr id="23" name="Picture 22" descr="Life sav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0:svgBlip xmlns:ns10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685799" y="1783080"/>
            <a:ext cx="502920" cy="50292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4114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Life saving</a:t>
            </a:r>
          </a:p>
        </p:txBody>
      </p:sp>
      <p:pic>
        <p:nvPicPr>
          <p:cNvPr id="25" name="Picture 24" descr="Market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1:svgBlip xmlns:ns11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1737358" y="1819751"/>
            <a:ext cx="502920" cy="429577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146303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Market</a:t>
            </a:r>
          </a:p>
        </p:txBody>
      </p:sp>
      <p:pic>
        <p:nvPicPr>
          <p:cNvPr id="27" name="Picture 26" descr="Mask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2:svgBlip xmlns:ns12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2788919" y="1840682"/>
            <a:ext cx="502920" cy="387714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251460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Mask</a:t>
            </a:r>
          </a:p>
        </p:txBody>
      </p:sp>
      <p:pic>
        <p:nvPicPr>
          <p:cNvPr id="29" name="Picture 28" descr="Not infect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3:svgBlip xmlns:ns13="http://schemas.microsoft.com/office/drawing/2016/SVG/main" r:embed="rId16"/>
              </a:ext>
            </a:extLst>
          </a:blip>
          <a:stretch>
            <a:fillRect/>
          </a:stretch>
        </p:blipFill>
        <p:spPr>
          <a:xfrm>
            <a:off x="3924299" y="1783080"/>
            <a:ext cx="335280" cy="50292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356616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Not infected</a:t>
            </a:r>
          </a:p>
        </p:txBody>
      </p:sp>
      <p:pic>
        <p:nvPicPr>
          <p:cNvPr id="31" name="Picture 30" descr="Physical distanc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4:svgBlip xmlns:ns14="http://schemas.microsoft.com/office/drawing/2016/SVG/main" r:embed="rId17"/>
              </a:ext>
            </a:extLst>
          </a:blip>
          <a:stretch>
            <a:fillRect/>
          </a:stretch>
        </p:blipFill>
        <p:spPr>
          <a:xfrm>
            <a:off x="4892040" y="1783080"/>
            <a:ext cx="502918" cy="502920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461772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Physical distancing</a:t>
            </a:r>
          </a:p>
        </p:txBody>
      </p:sp>
      <p:pic>
        <p:nvPicPr>
          <p:cNvPr id="33" name="Picture 32" descr="Respiratory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5:svgBlip xmlns:ns15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5943599" y="1809273"/>
            <a:ext cx="502920" cy="450532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566928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Respiratory</a:t>
            </a:r>
          </a:p>
        </p:txBody>
      </p:sp>
      <p:pic>
        <p:nvPicPr>
          <p:cNvPr id="35" name="Picture 34" descr="Sanitize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6:svgBlip xmlns:ns16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7115651" y="1783080"/>
            <a:ext cx="261937" cy="50292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6720840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Sanitizer</a:t>
            </a:r>
          </a:p>
        </p:txBody>
      </p:sp>
      <p:pic>
        <p:nvPicPr>
          <p:cNvPr id="37" name="Picture 36" descr="Testing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7:svgBlip xmlns:ns17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8078151" y="1783080"/>
            <a:ext cx="440055" cy="502920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777239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Testing</a:t>
            </a:r>
          </a:p>
        </p:txBody>
      </p:sp>
      <p:pic>
        <p:nvPicPr>
          <p:cNvPr id="39" name="Picture 38" descr="Ventilator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8:svgBlip xmlns:ns18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9098278" y="1809926"/>
            <a:ext cx="502920" cy="449227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882395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Ventilator</a:t>
            </a:r>
          </a:p>
        </p:txBody>
      </p:sp>
      <p:pic>
        <p:nvPicPr>
          <p:cNvPr id="41" name="Picture 40" descr="Virus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9:svgBlip xmlns:ns19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10149838" y="1783080"/>
            <a:ext cx="502920" cy="502920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9875519" y="230428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Virus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11480" y="457200"/>
            <a:ext cx="11368735" cy="411480"/>
          </a:xfrm>
          <a:prstGeom prst="rect">
            <a:avLst/>
          </a:prstGeom>
          <a:solidFill>
            <a:srgbClr val="E8F4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l"/>
            <a:r>
              <a:rPr sz="1400" b="1">
                <a:solidFill>
                  <a:srgbClr val="333333"/>
                </a:solidFill>
                <a:latin typeface="Arial"/>
              </a:rPr>
              <a:t>  Lockdown</a:t>
            </a:r>
            <a:r>
              <a:rPr sz="900" b="0">
                <a:solidFill>
                  <a:srgbClr val="888888"/>
                </a:solidFill>
                <a:latin typeface="Arial"/>
              </a:rPr>
              <a:t>   (10 icons)</a:t>
            </a:r>
          </a:p>
        </p:txBody>
      </p:sp>
      <p:pic>
        <p:nvPicPr>
          <p:cNvPr id="3" name="Picture 2" descr="Airpor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0:svgBlip xmlns:ns0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85806" y="914400"/>
            <a:ext cx="502906" cy="50292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114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Airport closed</a:t>
            </a:r>
          </a:p>
        </p:txBody>
      </p:sp>
      <p:pic>
        <p:nvPicPr>
          <p:cNvPr id="5" name="Picture 4" descr="Border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1:svgBlip xmlns:ns1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737358" y="914400"/>
            <a:ext cx="502920" cy="502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6303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Border closed</a:t>
            </a:r>
          </a:p>
        </p:txBody>
      </p:sp>
      <p:pic>
        <p:nvPicPr>
          <p:cNvPr id="7" name="Picture 6" descr="Bridge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2:svgBlip xmlns:ns2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2788919" y="914400"/>
            <a:ext cx="502920" cy="5029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51460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Bridge closed</a:t>
            </a:r>
          </a:p>
        </p:txBody>
      </p:sp>
      <p:pic>
        <p:nvPicPr>
          <p:cNvPr id="9" name="Picture 8" descr="Building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3:svgBlip xmlns:ns3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840479" y="914400"/>
            <a:ext cx="502920" cy="5029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56616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Building closed</a:t>
            </a:r>
          </a:p>
        </p:txBody>
      </p:sp>
      <p:pic>
        <p:nvPicPr>
          <p:cNvPr id="11" name="Picture 10" descr="House lock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4:svgBlip xmlns:ns4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892039" y="914400"/>
            <a:ext cx="502920" cy="5029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461772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House lockdown</a:t>
            </a:r>
          </a:p>
        </p:txBody>
      </p:sp>
      <p:pic>
        <p:nvPicPr>
          <p:cNvPr id="13" name="Picture 12" descr="Location lockdown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5:svgBlip xmlns:ns5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5943599" y="914400"/>
            <a:ext cx="502920" cy="5029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566928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Location lockdown</a:t>
            </a:r>
          </a:p>
        </p:txBody>
      </p:sp>
      <p:pic>
        <p:nvPicPr>
          <p:cNvPr id="15" name="Picture 14" descr="Marke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6:svgBlip xmlns:ns6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6995159" y="914400"/>
            <a:ext cx="502920" cy="5029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720840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Market closed</a:t>
            </a:r>
          </a:p>
        </p:txBody>
      </p:sp>
      <p:pic>
        <p:nvPicPr>
          <p:cNvPr id="17" name="Picture 16" descr="Port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7:svgBlip xmlns:ns7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8046718" y="914400"/>
            <a:ext cx="502920" cy="5029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77239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Port closed</a:t>
            </a:r>
          </a:p>
        </p:txBody>
      </p:sp>
      <p:pic>
        <p:nvPicPr>
          <p:cNvPr id="19" name="Picture 18" descr="Road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8:svgBlip xmlns:ns8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098278" y="914400"/>
            <a:ext cx="502920" cy="50292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82395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Road closed</a:t>
            </a:r>
          </a:p>
        </p:txBody>
      </p:sp>
      <p:pic>
        <p:nvPicPr>
          <p:cNvPr id="21" name="Picture 20" descr="School closed"/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ns9:svgBlip xmlns:ns9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149838" y="914400"/>
            <a:ext cx="502920" cy="50292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875519" y="1435608"/>
            <a:ext cx="1051560" cy="274320"/>
          </a:xfrm>
          <a:prstGeom prst="rect">
            <a:avLst/>
          </a:prstGeom>
          <a:noFill/>
        </p:spPr>
        <p:txBody>
          <a:bodyPr wrap="square"/>
          <a:lstStyle/>
          <a:p>
            <a:pPr algn="ctr">
              <a:spcBef>
                <a:spcPts val="0"/>
              </a:spcBef>
              <a:spcAft>
                <a:spcPts val="0"/>
              </a:spcAft>
              <a:defRPr sz="700" b="0">
                <a:solidFill>
                  <a:srgbClr val="4A4A4A"/>
                </a:solidFill>
                <a:latin typeface="Arial"/>
              </a:defRPr>
            </a:pPr>
            <a:r>
              <a:t>School closed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